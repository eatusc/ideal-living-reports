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ln w="19050">
              <a:solidFill>
                <a:srgbClr val="FF9900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Week 51</c:v>
                </c:pt>
                <c:pt idx="1">
                  <c:v>Week 52</c:v>
                </c:pt>
                <c:pt idx="2">
                  <c:v>Week 1</c:v>
                </c:pt>
                <c:pt idx="3">
                  <c:v>Week 2</c:v>
                </c:pt>
                <c:pt idx="4">
                  <c:v>Week 3</c:v>
                </c:pt>
                <c:pt idx="5">
                  <c:v>Week 4</c:v>
                </c:pt>
                <c:pt idx="6">
                  <c:v>Week 5</c:v>
                </c:pt>
                <c:pt idx="7">
                  <c:v>Week 6</c:v>
                </c:pt>
                <c:pt idx="8">
                  <c:v>Week 7</c:v>
                </c:pt>
                <c:pt idx="9">
                  <c:v>Week 8</c:v>
                </c:pt>
                <c:pt idx="10">
                  <c:v>Week 9</c:v>
                </c:pt>
                <c:pt idx="11">
                  <c:v>Week 10</c:v>
                </c:pt>
                <c:pt idx="12">
                  <c:v>Week 11</c:v>
                </c:pt>
                <c:pt idx="13">
                  <c:v>Week 12</c:v>
                </c:pt>
                <c:pt idx="14">
                  <c:v>Week 13</c:v>
                </c:pt>
                <c:pt idx="15">
                  <c:v>Week 14</c:v>
                </c:pt>
                <c:pt idx="16">
                  <c:v>Week 15</c:v>
                </c:pt>
                <c:pt idx="17">
                  <c:v>Week 16</c:v>
                </c:pt>
                <c:pt idx="18">
                  <c:v>Week 17</c:v>
                </c:pt>
                <c:pt idx="19">
                  <c:v>Week 18</c:v>
                </c:pt>
                <c:pt idx="20">
                  <c:v>Week 19</c:v>
                </c:pt>
                <c:pt idx="21">
                  <c:v>Week 20</c:v>
                </c:pt>
                <c:pt idx="22">
                  <c:v>Week 21</c:v>
                </c:pt>
                <c:pt idx="23">
                  <c:v>Week 22</c:v>
                </c:pt>
                <c:pt idx="24">
                  <c:v>Week 23</c:v>
                </c:pt>
                <c:pt idx="25">
                  <c:v>Week 24</c:v>
                </c:pt>
                <c:pt idx="26">
                  <c:v>Week 25</c:v>
                </c:pt>
                <c:pt idx="27">
                  <c:v>Week 26</c:v>
                </c:pt>
                <c:pt idx="28">
                  <c:v>Week 27</c:v>
                </c:pt>
                <c:pt idx="29">
                  <c:v>Week 28</c:v>
                </c:pt>
                <c:pt idx="30">
                  <c:v>Week 29</c:v>
                </c:pt>
                <c:pt idx="31">
                  <c:v>Week 30</c:v>
                </c:pt>
                <c:pt idx="32">
                  <c:v>Week 31</c:v>
                </c:pt>
                <c:pt idx="33">
                  <c:v>Week 32</c:v>
                </c:pt>
                <c:pt idx="34">
                  <c:v>Week 33</c:v>
                </c:pt>
                <c:pt idx="35">
                  <c:v>Week 34</c:v>
                </c:pt>
                <c:pt idx="36">
                  <c:v>Week 35</c:v>
                </c:pt>
                <c:pt idx="37">
                  <c:v>Week 36</c:v>
                </c:pt>
                <c:pt idx="38">
                  <c:v>Week 37</c:v>
                </c:pt>
                <c:pt idx="39">
                  <c:v>Week 38</c:v>
                </c:pt>
                <c:pt idx="40">
                  <c:v>Week 39</c:v>
                </c:pt>
                <c:pt idx="41">
                  <c:v>Week 40</c:v>
                </c:pt>
                <c:pt idx="42">
                  <c:v>Week 41</c:v>
                </c:pt>
                <c:pt idx="43">
                  <c:v>CW</c:v>
                </c:pt>
                <c:pt idx="44">
                  <c:v>Week 43</c:v>
                </c:pt>
                <c:pt idx="45">
                  <c:v>Week 44</c:v>
                </c:pt>
                <c:pt idx="46">
                  <c:v>Week 45</c:v>
                </c:pt>
                <c:pt idx="47">
                  <c:v>Week 46</c:v>
                </c:pt>
                <c:pt idx="48">
                  <c:v>Week 47</c:v>
                </c:pt>
                <c:pt idx="49">
                  <c:v>Week 48</c:v>
                </c:pt>
                <c:pt idx="50">
                  <c:v>Week 49</c:v>
                </c:pt>
                <c:pt idx="51">
                  <c:v>Week 50</c:v>
                </c:pt>
                <c:pt idx="52">
                  <c:v>Week 51</c:v>
                </c:pt>
                <c:pt idx="53">
                  <c:v>PW</c:v>
                </c:pt>
                <c:pt idx="54">
                  <c:v>CW</c:v>
                </c:pt>
              </c:strCache>
            </c: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73177.62999999999</c:v>
                </c:pt>
                <c:pt idx="1">
                  <c:v>64670.09</c:v>
                </c:pt>
                <c:pt idx="2">
                  <c:v>75479.08</c:v>
                </c:pt>
                <c:pt idx="3">
                  <c:v>74064.39</c:v>
                </c:pt>
                <c:pt idx="4">
                  <c:v>71439.62999999999</c:v>
                </c:pt>
                <c:pt idx="5">
                  <c:v>68816.51</c:v>
                </c:pt>
                <c:pt idx="6">
                  <c:v>75099.44</c:v>
                </c:pt>
                <c:pt idx="7">
                  <c:v>69518.47</c:v>
                </c:pt>
                <c:pt idx="8">
                  <c:v>71491.98999999999</c:v>
                </c:pt>
                <c:pt idx="9">
                  <c:v>66379.7</c:v>
                </c:pt>
                <c:pt idx="10">
                  <c:v>63297.28</c:v>
                </c:pt>
                <c:pt idx="11">
                  <c:v>65825.45</c:v>
                </c:pt>
                <c:pt idx="12">
                  <c:v>62372.19</c:v>
                </c:pt>
                <c:pt idx="13">
                  <c:v>59685.479999999996</c:v>
                </c:pt>
                <c:pt idx="14">
                  <c:v>57488.37</c:v>
                </c:pt>
                <c:pt idx="15">
                  <c:v>60769.81</c:v>
                </c:pt>
                <c:pt idx="16">
                  <c:v>55493.75</c:v>
                </c:pt>
                <c:pt idx="17">
                  <c:v>58687.13</c:v>
                </c:pt>
                <c:pt idx="18">
                  <c:v>64015.1</c:v>
                </c:pt>
                <c:pt idx="19">
                  <c:v>59883.85</c:v>
                </c:pt>
                <c:pt idx="20">
                  <c:v>66763.0</c:v>
                </c:pt>
                <c:pt idx="21">
                  <c:v>61501.7</c:v>
                </c:pt>
                <c:pt idx="22">
                  <c:v>63150.1</c:v>
                </c:pt>
                <c:pt idx="23">
                  <c:v>62389.649999999994</c:v>
                </c:pt>
                <c:pt idx="24">
                  <c:v>57151.4</c:v>
                </c:pt>
                <c:pt idx="25">
                  <c:v>60335.1</c:v>
                </c:pt>
                <c:pt idx="26">
                  <c:v>61579.55</c:v>
                </c:pt>
                <c:pt idx="27">
                  <c:v>56398.46</c:v>
                </c:pt>
                <c:pt idx="28">
                  <c:v>55627.8</c:v>
                </c:pt>
                <c:pt idx="29">
                  <c:v>59560.200000000004</c:v>
                </c:pt>
                <c:pt idx="30">
                  <c:v>53512.5</c:v>
                </c:pt>
                <c:pt idx="31">
                  <c:v>56160.2</c:v>
                </c:pt>
                <c:pt idx="32">
                  <c:v>49114.1</c:v>
                </c:pt>
                <c:pt idx="33">
                  <c:v>53739.450000000004</c:v>
                </c:pt>
                <c:pt idx="34">
                  <c:v>52862.170000000006</c:v>
                </c:pt>
                <c:pt idx="35">
                  <c:v>54494.03999999999</c:v>
                </c:pt>
                <c:pt idx="36">
                  <c:v>52269.37</c:v>
                </c:pt>
                <c:pt idx="37">
                  <c:v>50030.3</c:v>
                </c:pt>
                <c:pt idx="38">
                  <c:v>50615.27</c:v>
                </c:pt>
                <c:pt idx="39">
                  <c:v>51877.35</c:v>
                </c:pt>
                <c:pt idx="40">
                  <c:v>49505.95</c:v>
                </c:pt>
                <c:pt idx="41">
                  <c:v>51431.520000000004</c:v>
                </c:pt>
                <c:pt idx="42">
                  <c:v>51610.90000000001</c:v>
                </c:pt>
                <c:pt idx="43">
                  <c:v>51870.5</c:v>
                </c:pt>
                <c:pt idx="44">
                  <c:v>49253.2</c:v>
                </c:pt>
                <c:pt idx="45">
                  <c:v>49194.35</c:v>
                </c:pt>
                <c:pt idx="46">
                  <c:v>50708.899999999994</c:v>
                </c:pt>
                <c:pt idx="47">
                  <c:v>51922.25</c:v>
                </c:pt>
                <c:pt idx="48">
                  <c:v>55750.61</c:v>
                </c:pt>
                <c:pt idx="49">
                  <c:v>48550.45</c:v>
                </c:pt>
                <c:pt idx="50">
                  <c:v>51447.25</c:v>
                </c:pt>
                <c:pt idx="51">
                  <c:v>49819.049999999996</c:v>
                </c:pt>
                <c:pt idx="52">
                  <c:v>45333.7</c:v>
                </c:pt>
                <c:pt idx="53">
                  <c:v>43849.45</c:v>
                </c:pt>
                <c:pt idx="54">
                  <c:v>46448.1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 Revenue</c:v>
                </c:pt>
              </c:strCache>
            </c:strRef>
          </c:tx>
          <c:spPr>
            <a:ln w="19050">
              <a:solidFill>
                <a:srgbClr val="00A8E1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Week 51</c:v>
                </c:pt>
                <c:pt idx="1">
                  <c:v>Week 52</c:v>
                </c:pt>
                <c:pt idx="2">
                  <c:v>Week 1</c:v>
                </c:pt>
                <c:pt idx="3">
                  <c:v>Week 2</c:v>
                </c:pt>
                <c:pt idx="4">
                  <c:v>Week 3</c:v>
                </c:pt>
                <c:pt idx="5">
                  <c:v>Week 4</c:v>
                </c:pt>
                <c:pt idx="6">
                  <c:v>Week 5</c:v>
                </c:pt>
                <c:pt idx="7">
                  <c:v>Week 6</c:v>
                </c:pt>
                <c:pt idx="8">
                  <c:v>Week 7</c:v>
                </c:pt>
                <c:pt idx="9">
                  <c:v>Week 8</c:v>
                </c:pt>
                <c:pt idx="10">
                  <c:v>Week 9</c:v>
                </c:pt>
                <c:pt idx="11">
                  <c:v>Week 10</c:v>
                </c:pt>
                <c:pt idx="12">
                  <c:v>Week 11</c:v>
                </c:pt>
                <c:pt idx="13">
                  <c:v>Week 12</c:v>
                </c:pt>
                <c:pt idx="14">
                  <c:v>Week 13</c:v>
                </c:pt>
                <c:pt idx="15">
                  <c:v>Week 14</c:v>
                </c:pt>
                <c:pt idx="16">
                  <c:v>Week 15</c:v>
                </c:pt>
                <c:pt idx="17">
                  <c:v>Week 16</c:v>
                </c:pt>
                <c:pt idx="18">
                  <c:v>Week 17</c:v>
                </c:pt>
                <c:pt idx="19">
                  <c:v>Week 18</c:v>
                </c:pt>
                <c:pt idx="20">
                  <c:v>Week 19</c:v>
                </c:pt>
                <c:pt idx="21">
                  <c:v>Week 20</c:v>
                </c:pt>
                <c:pt idx="22">
                  <c:v>Week 21</c:v>
                </c:pt>
                <c:pt idx="23">
                  <c:v>Week 22</c:v>
                </c:pt>
                <c:pt idx="24">
                  <c:v>Week 23</c:v>
                </c:pt>
                <c:pt idx="25">
                  <c:v>Week 24</c:v>
                </c:pt>
                <c:pt idx="26">
                  <c:v>Week 25</c:v>
                </c:pt>
                <c:pt idx="27">
                  <c:v>Week 26</c:v>
                </c:pt>
                <c:pt idx="28">
                  <c:v>Week 27</c:v>
                </c:pt>
                <c:pt idx="29">
                  <c:v>Week 28</c:v>
                </c:pt>
                <c:pt idx="30">
                  <c:v>Week 29</c:v>
                </c:pt>
                <c:pt idx="31">
                  <c:v>Week 30</c:v>
                </c:pt>
                <c:pt idx="32">
                  <c:v>Week 31</c:v>
                </c:pt>
                <c:pt idx="33">
                  <c:v>Week 32</c:v>
                </c:pt>
                <c:pt idx="34">
                  <c:v>Week 33</c:v>
                </c:pt>
                <c:pt idx="35">
                  <c:v>Week 34</c:v>
                </c:pt>
                <c:pt idx="36">
                  <c:v>Week 35</c:v>
                </c:pt>
                <c:pt idx="37">
                  <c:v>Week 36</c:v>
                </c:pt>
                <c:pt idx="38">
                  <c:v>Week 37</c:v>
                </c:pt>
                <c:pt idx="39">
                  <c:v>Week 38</c:v>
                </c:pt>
                <c:pt idx="40">
                  <c:v>Week 39</c:v>
                </c:pt>
                <c:pt idx="41">
                  <c:v>Week 40</c:v>
                </c:pt>
                <c:pt idx="42">
                  <c:v>Week 41</c:v>
                </c:pt>
                <c:pt idx="43">
                  <c:v>CW</c:v>
                </c:pt>
                <c:pt idx="44">
                  <c:v>Week 43</c:v>
                </c:pt>
                <c:pt idx="45">
                  <c:v>Week 44</c:v>
                </c:pt>
                <c:pt idx="46">
                  <c:v>Week 45</c:v>
                </c:pt>
                <c:pt idx="47">
                  <c:v>Week 46</c:v>
                </c:pt>
                <c:pt idx="48">
                  <c:v>Week 47</c:v>
                </c:pt>
                <c:pt idx="49">
                  <c:v>Week 48</c:v>
                </c:pt>
                <c:pt idx="50">
                  <c:v>Week 49</c:v>
                </c:pt>
                <c:pt idx="51">
                  <c:v>Week 50</c:v>
                </c:pt>
                <c:pt idx="52">
                  <c:v>Week 51</c:v>
                </c:pt>
                <c:pt idx="53">
                  <c:v>PW</c:v>
                </c:pt>
                <c:pt idx="54">
                  <c:v>CW</c:v>
                </c:pt>
              </c:strCache>
            </c:strRef>
          </c:cat>
          <c:val>
            <c:numRef>
              <c:f>Sheet1!$C$2:$C$56</c:f>
              <c:numCache>
                <c:formatCode>General</c:formatCode>
                <c:ptCount val="55"/>
                <c:pt idx="0">
                  <c:v>19830.24</c:v>
                </c:pt>
                <c:pt idx="1">
                  <c:v>20114.25</c:v>
                </c:pt>
                <c:pt idx="2">
                  <c:v>24984.17</c:v>
                </c:pt>
                <c:pt idx="3">
                  <c:v>24027.449999999997</c:v>
                </c:pt>
                <c:pt idx="4">
                  <c:v>22591.87</c:v>
                </c:pt>
                <c:pt idx="5">
                  <c:v>22996.250000000004</c:v>
                </c:pt>
                <c:pt idx="6">
                  <c:v>21894.210000000003</c:v>
                </c:pt>
                <c:pt idx="7">
                  <c:v>21836.1</c:v>
                </c:pt>
                <c:pt idx="8">
                  <c:v>18982.38</c:v>
                </c:pt>
                <c:pt idx="9">
                  <c:v>19287.030000000002</c:v>
                </c:pt>
                <c:pt idx="10">
                  <c:v>20007.239999999998</c:v>
                </c:pt>
                <c:pt idx="11">
                  <c:v>20922.640000000003</c:v>
                </c:pt>
                <c:pt idx="12">
                  <c:v>19118.870000000003</c:v>
                </c:pt>
                <c:pt idx="13">
                  <c:v>18312.1</c:v>
                </c:pt>
                <c:pt idx="14">
                  <c:v>16263.19</c:v>
                </c:pt>
                <c:pt idx="15">
                  <c:v>18808.85</c:v>
                </c:pt>
                <c:pt idx="16">
                  <c:v>14649.95</c:v>
                </c:pt>
                <c:pt idx="17">
                  <c:v>15423.43</c:v>
                </c:pt>
                <c:pt idx="18">
                  <c:v>18390.25</c:v>
                </c:pt>
                <c:pt idx="19">
                  <c:v>18353.0</c:v>
                </c:pt>
                <c:pt idx="20">
                  <c:v>19990.35</c:v>
                </c:pt>
                <c:pt idx="21">
                  <c:v>20144.45</c:v>
                </c:pt>
                <c:pt idx="22">
                  <c:v>19059.4</c:v>
                </c:pt>
                <c:pt idx="23">
                  <c:v>17968.05</c:v>
                </c:pt>
                <c:pt idx="24">
                  <c:v>17796.05</c:v>
                </c:pt>
                <c:pt idx="25">
                  <c:v>17577.5</c:v>
                </c:pt>
                <c:pt idx="26">
                  <c:v>17839.15</c:v>
                </c:pt>
                <c:pt idx="27">
                  <c:v>16930.75</c:v>
                </c:pt>
                <c:pt idx="28">
                  <c:v>18700.0</c:v>
                </c:pt>
                <c:pt idx="29">
                  <c:v>20613.65</c:v>
                </c:pt>
                <c:pt idx="30">
                  <c:v>17707.7</c:v>
                </c:pt>
                <c:pt idx="31">
                  <c:v>18968.000000000004</c:v>
                </c:pt>
                <c:pt idx="32">
                  <c:v>14918.850000000002</c:v>
                </c:pt>
                <c:pt idx="33">
                  <c:v>15837.140000000001</c:v>
                </c:pt>
                <c:pt idx="34">
                  <c:v>14748.109999999999</c:v>
                </c:pt>
                <c:pt idx="35">
                  <c:v>18778.85</c:v>
                </c:pt>
                <c:pt idx="36">
                  <c:v>16100.800000000001</c:v>
                </c:pt>
                <c:pt idx="37">
                  <c:v>17868.95</c:v>
                </c:pt>
                <c:pt idx="38">
                  <c:v>15936.92</c:v>
                </c:pt>
                <c:pt idx="39">
                  <c:v>15174.0</c:v>
                </c:pt>
                <c:pt idx="40">
                  <c:v>14852.55</c:v>
                </c:pt>
                <c:pt idx="41">
                  <c:v>17281.72</c:v>
                </c:pt>
                <c:pt idx="42">
                  <c:v>18206.550000000003</c:v>
                </c:pt>
                <c:pt idx="43">
                  <c:v>15352.2</c:v>
                </c:pt>
                <c:pt idx="44">
                  <c:v>18322.1</c:v>
                </c:pt>
                <c:pt idx="45">
                  <c:v>13965.449999999999</c:v>
                </c:pt>
                <c:pt idx="46">
                  <c:v>15319.650000000001</c:v>
                </c:pt>
                <c:pt idx="47">
                  <c:v>15588.15</c:v>
                </c:pt>
                <c:pt idx="48">
                  <c:v>19749.29</c:v>
                </c:pt>
                <c:pt idx="49">
                  <c:v>15759.55</c:v>
                </c:pt>
                <c:pt idx="50">
                  <c:v>15868.45</c:v>
                </c:pt>
                <c:pt idx="51">
                  <c:v>16361.85</c:v>
                </c:pt>
                <c:pt idx="52">
                  <c:v>14528.45</c:v>
                </c:pt>
                <c:pt idx="53">
                  <c:v>14670.5</c:v>
                </c:pt>
                <c:pt idx="54">
                  <c:v>16415.65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Organic Revenue</c:v>
                </c:pt>
              </c:strCache>
            </c:strRef>
          </c:tx>
          <c:spPr>
            <a:ln w="19050">
              <a:solidFill>
                <a:srgbClr val="10B981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Week 51</c:v>
                </c:pt>
                <c:pt idx="1">
                  <c:v>Week 52</c:v>
                </c:pt>
                <c:pt idx="2">
                  <c:v>Week 1</c:v>
                </c:pt>
                <c:pt idx="3">
                  <c:v>Week 2</c:v>
                </c:pt>
                <c:pt idx="4">
                  <c:v>Week 3</c:v>
                </c:pt>
                <c:pt idx="5">
                  <c:v>Week 4</c:v>
                </c:pt>
                <c:pt idx="6">
                  <c:v>Week 5</c:v>
                </c:pt>
                <c:pt idx="7">
                  <c:v>Week 6</c:v>
                </c:pt>
                <c:pt idx="8">
                  <c:v>Week 7</c:v>
                </c:pt>
                <c:pt idx="9">
                  <c:v>Week 8</c:v>
                </c:pt>
                <c:pt idx="10">
                  <c:v>Week 9</c:v>
                </c:pt>
                <c:pt idx="11">
                  <c:v>Week 10</c:v>
                </c:pt>
                <c:pt idx="12">
                  <c:v>Week 11</c:v>
                </c:pt>
                <c:pt idx="13">
                  <c:v>Week 12</c:v>
                </c:pt>
                <c:pt idx="14">
                  <c:v>Week 13</c:v>
                </c:pt>
                <c:pt idx="15">
                  <c:v>Week 14</c:v>
                </c:pt>
                <c:pt idx="16">
                  <c:v>Week 15</c:v>
                </c:pt>
                <c:pt idx="17">
                  <c:v>Week 16</c:v>
                </c:pt>
                <c:pt idx="18">
                  <c:v>Week 17</c:v>
                </c:pt>
                <c:pt idx="19">
                  <c:v>Week 18</c:v>
                </c:pt>
                <c:pt idx="20">
                  <c:v>Week 19</c:v>
                </c:pt>
                <c:pt idx="21">
                  <c:v>Week 20</c:v>
                </c:pt>
                <c:pt idx="22">
                  <c:v>Week 21</c:v>
                </c:pt>
                <c:pt idx="23">
                  <c:v>Week 22</c:v>
                </c:pt>
                <c:pt idx="24">
                  <c:v>Week 23</c:v>
                </c:pt>
                <c:pt idx="25">
                  <c:v>Week 24</c:v>
                </c:pt>
                <c:pt idx="26">
                  <c:v>Week 25</c:v>
                </c:pt>
                <c:pt idx="27">
                  <c:v>Week 26</c:v>
                </c:pt>
                <c:pt idx="28">
                  <c:v>Week 27</c:v>
                </c:pt>
                <c:pt idx="29">
                  <c:v>Week 28</c:v>
                </c:pt>
                <c:pt idx="30">
                  <c:v>Week 29</c:v>
                </c:pt>
                <c:pt idx="31">
                  <c:v>Week 30</c:v>
                </c:pt>
                <c:pt idx="32">
                  <c:v>Week 31</c:v>
                </c:pt>
                <c:pt idx="33">
                  <c:v>Week 32</c:v>
                </c:pt>
                <c:pt idx="34">
                  <c:v>Week 33</c:v>
                </c:pt>
                <c:pt idx="35">
                  <c:v>Week 34</c:v>
                </c:pt>
                <c:pt idx="36">
                  <c:v>Week 35</c:v>
                </c:pt>
                <c:pt idx="37">
                  <c:v>Week 36</c:v>
                </c:pt>
                <c:pt idx="38">
                  <c:v>Week 37</c:v>
                </c:pt>
                <c:pt idx="39">
                  <c:v>Week 38</c:v>
                </c:pt>
                <c:pt idx="40">
                  <c:v>Week 39</c:v>
                </c:pt>
                <c:pt idx="41">
                  <c:v>Week 40</c:v>
                </c:pt>
                <c:pt idx="42">
                  <c:v>Week 41</c:v>
                </c:pt>
                <c:pt idx="43">
                  <c:v>CW</c:v>
                </c:pt>
                <c:pt idx="44">
                  <c:v>Week 43</c:v>
                </c:pt>
                <c:pt idx="45">
                  <c:v>Week 44</c:v>
                </c:pt>
                <c:pt idx="46">
                  <c:v>Week 45</c:v>
                </c:pt>
                <c:pt idx="47">
                  <c:v>Week 46</c:v>
                </c:pt>
                <c:pt idx="48">
                  <c:v>Week 47</c:v>
                </c:pt>
                <c:pt idx="49">
                  <c:v>Week 48</c:v>
                </c:pt>
                <c:pt idx="50">
                  <c:v>Week 49</c:v>
                </c:pt>
                <c:pt idx="51">
                  <c:v>Week 50</c:v>
                </c:pt>
                <c:pt idx="52">
                  <c:v>Week 51</c:v>
                </c:pt>
                <c:pt idx="53">
                  <c:v>PW</c:v>
                </c:pt>
                <c:pt idx="54">
                  <c:v>CW</c:v>
                </c:pt>
              </c:strCache>
            </c:strRef>
          </c:cat>
          <c:val>
            <c:numRef>
              <c:f>Sheet1!$D$2:$D$56</c:f>
              <c:numCache>
                <c:formatCode>General</c:formatCode>
                <c:ptCount val="55"/>
                <c:pt idx="0">
                  <c:v>53347.38999999999</c:v>
                </c:pt>
                <c:pt idx="1">
                  <c:v>44555.840000000004</c:v>
                </c:pt>
                <c:pt idx="2">
                  <c:v>50494.909999999996</c:v>
                </c:pt>
                <c:pt idx="3">
                  <c:v>50036.94</c:v>
                </c:pt>
                <c:pt idx="4">
                  <c:v>48847.76</c:v>
                </c:pt>
                <c:pt idx="5">
                  <c:v>45820.26</c:v>
                </c:pt>
                <c:pt idx="6">
                  <c:v>53205.229999999996</c:v>
                </c:pt>
                <c:pt idx="7">
                  <c:v>47682.369999999995</c:v>
                </c:pt>
                <c:pt idx="8">
                  <c:v>52509.61</c:v>
                </c:pt>
                <c:pt idx="9">
                  <c:v>47092.67</c:v>
                </c:pt>
                <c:pt idx="10">
                  <c:v>43290.04</c:v>
                </c:pt>
                <c:pt idx="11">
                  <c:v>44902.81</c:v>
                </c:pt>
                <c:pt idx="12">
                  <c:v>43253.32</c:v>
                </c:pt>
                <c:pt idx="13">
                  <c:v>0</c:v>
                </c:pt>
                <c:pt idx="14">
                  <c:v>41225.18</c:v>
                </c:pt>
                <c:pt idx="15">
                  <c:v>41960.95999999999</c:v>
                </c:pt>
                <c:pt idx="16">
                  <c:v>40843.8</c:v>
                </c:pt>
                <c:pt idx="17">
                  <c:v>43263.7</c:v>
                </c:pt>
                <c:pt idx="18">
                  <c:v>45624.85</c:v>
                </c:pt>
                <c:pt idx="19">
                  <c:v>41530.85</c:v>
                </c:pt>
                <c:pt idx="20">
                  <c:v>46772.649999999994</c:v>
                </c:pt>
                <c:pt idx="21">
                  <c:v>41357.25</c:v>
                </c:pt>
                <c:pt idx="22">
                  <c:v>44090.700000000004</c:v>
                </c:pt>
                <c:pt idx="23">
                  <c:v>44421.59999999999</c:v>
                </c:pt>
                <c:pt idx="24">
                  <c:v>39355.35</c:v>
                </c:pt>
                <c:pt idx="25">
                  <c:v>0</c:v>
                </c:pt>
                <c:pt idx="26">
                  <c:v>43740.40000000001</c:v>
                </c:pt>
                <c:pt idx="27">
                  <c:v>39467.71</c:v>
                </c:pt>
                <c:pt idx="28">
                  <c:v>36927.8</c:v>
                </c:pt>
                <c:pt idx="29">
                  <c:v>38946.549999999996</c:v>
                </c:pt>
                <c:pt idx="30">
                  <c:v>35804.799999999996</c:v>
                </c:pt>
                <c:pt idx="31">
                  <c:v>37192.2</c:v>
                </c:pt>
                <c:pt idx="32">
                  <c:v>34195.25</c:v>
                </c:pt>
                <c:pt idx="33">
                  <c:v>37902.31</c:v>
                </c:pt>
                <c:pt idx="34">
                  <c:v>38114.06</c:v>
                </c:pt>
                <c:pt idx="35">
                  <c:v>35715.189999999995</c:v>
                </c:pt>
                <c:pt idx="36">
                  <c:v>0</c:v>
                </c:pt>
                <c:pt idx="37">
                  <c:v>32161.35</c:v>
                </c:pt>
                <c:pt idx="38">
                  <c:v>34678.35</c:v>
                </c:pt>
                <c:pt idx="39">
                  <c:v>36703.350000000006</c:v>
                </c:pt>
                <c:pt idx="40">
                  <c:v>34653.4</c:v>
                </c:pt>
                <c:pt idx="41">
                  <c:v>34149.8</c:v>
                </c:pt>
                <c:pt idx="42">
                  <c:v>33404.35</c:v>
                </c:pt>
                <c:pt idx="43">
                  <c:v>36518.3</c:v>
                </c:pt>
                <c:pt idx="44">
                  <c:v>30931.1</c:v>
                </c:pt>
                <c:pt idx="45">
                  <c:v>35228.899999999994</c:v>
                </c:pt>
                <c:pt idx="46">
                  <c:v>35389.25</c:v>
                </c:pt>
                <c:pt idx="47">
                  <c:v>36334.1</c:v>
                </c:pt>
                <c:pt idx="48">
                  <c:v>36001.32</c:v>
                </c:pt>
                <c:pt idx="49">
                  <c:v>32790.9</c:v>
                </c:pt>
                <c:pt idx="50">
                  <c:v>35578.799999999996</c:v>
                </c:pt>
                <c:pt idx="51">
                  <c:v>33457.2</c:v>
                </c:pt>
                <c:pt idx="52">
                  <c:v>30805.25</c:v>
                </c:pt>
                <c:pt idx="53">
                  <c:v>29178.95</c:v>
                </c:pt>
                <c:pt idx="54">
                  <c:v>30032.45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9CA3A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9CA3AF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 Spend</c:v>
                </c:pt>
              </c:strCache>
            </c:strRef>
          </c:tx>
          <c:spPr>
            <a:solidFill>
              <a:srgbClr val="00A8E1"/>
            </a:solidFill>
          </c:spPr>
          <c:cat>
            <c:strRef>
              <c:f>Sheet1!$A$2:$A$56</c:f>
              <c:strCache>
                <c:ptCount val="55"/>
                <c:pt idx="0">
                  <c:v>Week 51</c:v>
                </c:pt>
                <c:pt idx="1">
                  <c:v>Week 52</c:v>
                </c:pt>
                <c:pt idx="2">
                  <c:v>Week 1</c:v>
                </c:pt>
                <c:pt idx="3">
                  <c:v>Week 2</c:v>
                </c:pt>
                <c:pt idx="4">
                  <c:v>Week 3</c:v>
                </c:pt>
                <c:pt idx="5">
                  <c:v>Week 4</c:v>
                </c:pt>
                <c:pt idx="6">
                  <c:v>Week 5</c:v>
                </c:pt>
                <c:pt idx="7">
                  <c:v>Week 6</c:v>
                </c:pt>
                <c:pt idx="8">
                  <c:v>Week 7</c:v>
                </c:pt>
                <c:pt idx="9">
                  <c:v>Week 8</c:v>
                </c:pt>
                <c:pt idx="10">
                  <c:v>Week 9</c:v>
                </c:pt>
                <c:pt idx="11">
                  <c:v>Week 10</c:v>
                </c:pt>
                <c:pt idx="12">
                  <c:v>Week 11</c:v>
                </c:pt>
                <c:pt idx="13">
                  <c:v>Week 12</c:v>
                </c:pt>
                <c:pt idx="14">
                  <c:v>Week 13</c:v>
                </c:pt>
                <c:pt idx="15">
                  <c:v>Week 14</c:v>
                </c:pt>
                <c:pt idx="16">
                  <c:v>Week 15</c:v>
                </c:pt>
                <c:pt idx="17">
                  <c:v>Week 16</c:v>
                </c:pt>
                <c:pt idx="18">
                  <c:v>Week 17</c:v>
                </c:pt>
                <c:pt idx="19">
                  <c:v>Week 18</c:v>
                </c:pt>
                <c:pt idx="20">
                  <c:v>Week 19</c:v>
                </c:pt>
                <c:pt idx="21">
                  <c:v>Week 20</c:v>
                </c:pt>
                <c:pt idx="22">
                  <c:v>Week 21</c:v>
                </c:pt>
                <c:pt idx="23">
                  <c:v>Week 22</c:v>
                </c:pt>
                <c:pt idx="24">
                  <c:v>Week 23</c:v>
                </c:pt>
                <c:pt idx="25">
                  <c:v>Week 24</c:v>
                </c:pt>
                <c:pt idx="26">
                  <c:v>Week 25</c:v>
                </c:pt>
                <c:pt idx="27">
                  <c:v>Week 26</c:v>
                </c:pt>
                <c:pt idx="28">
                  <c:v>Week 27</c:v>
                </c:pt>
                <c:pt idx="29">
                  <c:v>Week 28</c:v>
                </c:pt>
                <c:pt idx="30">
                  <c:v>Week 29</c:v>
                </c:pt>
                <c:pt idx="31">
                  <c:v>Week 30</c:v>
                </c:pt>
                <c:pt idx="32">
                  <c:v>Week 31</c:v>
                </c:pt>
                <c:pt idx="33">
                  <c:v>Week 32</c:v>
                </c:pt>
                <c:pt idx="34">
                  <c:v>Week 33</c:v>
                </c:pt>
                <c:pt idx="35">
                  <c:v>Week 34</c:v>
                </c:pt>
                <c:pt idx="36">
                  <c:v>Week 35</c:v>
                </c:pt>
                <c:pt idx="37">
                  <c:v>Week 36</c:v>
                </c:pt>
                <c:pt idx="38">
                  <c:v>Week 37</c:v>
                </c:pt>
                <c:pt idx="39">
                  <c:v>Week 38</c:v>
                </c:pt>
                <c:pt idx="40">
                  <c:v>Week 39</c:v>
                </c:pt>
                <c:pt idx="41">
                  <c:v>Week 40</c:v>
                </c:pt>
                <c:pt idx="42">
                  <c:v>Week 41</c:v>
                </c:pt>
                <c:pt idx="43">
                  <c:v>CW</c:v>
                </c:pt>
                <c:pt idx="44">
                  <c:v>Week 43</c:v>
                </c:pt>
                <c:pt idx="45">
                  <c:v>Week 44</c:v>
                </c:pt>
                <c:pt idx="46">
                  <c:v>Week 45</c:v>
                </c:pt>
                <c:pt idx="47">
                  <c:v>Week 46</c:v>
                </c:pt>
                <c:pt idx="48">
                  <c:v>Week 47</c:v>
                </c:pt>
                <c:pt idx="49">
                  <c:v>Week 48</c:v>
                </c:pt>
                <c:pt idx="50">
                  <c:v>Week 49</c:v>
                </c:pt>
                <c:pt idx="51">
                  <c:v>Week 50</c:v>
                </c:pt>
                <c:pt idx="52">
                  <c:v>Week 51</c:v>
                </c:pt>
                <c:pt idx="53">
                  <c:v>PW</c:v>
                </c:pt>
                <c:pt idx="54">
                  <c:v>CW</c:v>
                </c:pt>
              </c:strCache>
            </c: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6327.210000000001</c:v>
                </c:pt>
                <c:pt idx="1">
                  <c:v>7265.790000000001</c:v>
                </c:pt>
                <c:pt idx="2">
                  <c:v>9213.890000000001</c:v>
                </c:pt>
                <c:pt idx="3">
                  <c:v>8785.1</c:v>
                </c:pt>
                <c:pt idx="4">
                  <c:v>8931.7</c:v>
                </c:pt>
                <c:pt idx="5">
                  <c:v>8822.0</c:v>
                </c:pt>
                <c:pt idx="6">
                  <c:v>9411.37</c:v>
                </c:pt>
                <c:pt idx="7">
                  <c:v>9349.380000000001</c:v>
                </c:pt>
                <c:pt idx="8">
                  <c:v>8219.25</c:v>
                </c:pt>
                <c:pt idx="9">
                  <c:v>10279.34</c:v>
                </c:pt>
                <c:pt idx="10">
                  <c:v>9539.65</c:v>
                </c:pt>
                <c:pt idx="11">
                  <c:v>8818.69</c:v>
                </c:pt>
                <c:pt idx="12">
                  <c:v>7286.29</c:v>
                </c:pt>
                <c:pt idx="13">
                  <c:v>7118.52</c:v>
                </c:pt>
                <c:pt idx="14">
                  <c:v>7003.150000000001</c:v>
                </c:pt>
                <c:pt idx="15">
                  <c:v>7771.030000000001</c:v>
                </c:pt>
                <c:pt idx="16">
                  <c:v>6860.869999999999</c:v>
                </c:pt>
                <c:pt idx="17">
                  <c:v>7301.41</c:v>
                </c:pt>
                <c:pt idx="18">
                  <c:v>8913.310000000001</c:v>
                </c:pt>
                <c:pt idx="19">
                  <c:v>8703.74</c:v>
                </c:pt>
                <c:pt idx="20">
                  <c:v>9062.1</c:v>
                </c:pt>
                <c:pt idx="21">
                  <c:v>7504.06</c:v>
                </c:pt>
                <c:pt idx="22">
                  <c:v>8367.480000000001</c:v>
                </c:pt>
                <c:pt idx="23">
                  <c:v>8817.3</c:v>
                </c:pt>
                <c:pt idx="24">
                  <c:v>7620.59</c:v>
                </c:pt>
                <c:pt idx="25">
                  <c:v>6864.360000000001</c:v>
                </c:pt>
                <c:pt idx="26">
                  <c:v>7056.5199999999995</c:v>
                </c:pt>
                <c:pt idx="27">
                  <c:v>6745.360000000001</c:v>
                </c:pt>
                <c:pt idx="28">
                  <c:v>6901.44</c:v>
                </c:pt>
                <c:pt idx="29">
                  <c:v>7892.049999999999</c:v>
                </c:pt>
                <c:pt idx="30">
                  <c:v>6898.81</c:v>
                </c:pt>
                <c:pt idx="31">
                  <c:v>6417.3099999999995</c:v>
                </c:pt>
                <c:pt idx="32">
                  <c:v>6217.03</c:v>
                </c:pt>
                <c:pt idx="33">
                  <c:v>6548.120000000001</c:v>
                </c:pt>
                <c:pt idx="34">
                  <c:v>6982.76</c:v>
                </c:pt>
                <c:pt idx="35">
                  <c:v>6965.62</c:v>
                </c:pt>
                <c:pt idx="36">
                  <c:v>6952.41</c:v>
                </c:pt>
                <c:pt idx="37">
                  <c:v>7010.16</c:v>
                </c:pt>
                <c:pt idx="38">
                  <c:v>6350.51</c:v>
                </c:pt>
                <c:pt idx="39">
                  <c:v>6438.85</c:v>
                </c:pt>
                <c:pt idx="40">
                  <c:v>7554.72</c:v>
                </c:pt>
                <c:pt idx="41">
                  <c:v>8124.779999999999</c:v>
                </c:pt>
                <c:pt idx="42">
                  <c:v>9154.96</c:v>
                </c:pt>
                <c:pt idx="43">
                  <c:v>7606.259999999999</c:v>
                </c:pt>
                <c:pt idx="44">
                  <c:v>7573.570000000001</c:v>
                </c:pt>
                <c:pt idx="45">
                  <c:v>7331.080000000001</c:v>
                </c:pt>
                <c:pt idx="46">
                  <c:v>7776.070000000001</c:v>
                </c:pt>
                <c:pt idx="47">
                  <c:v>7879.280000000001</c:v>
                </c:pt>
                <c:pt idx="48">
                  <c:v>9420.0</c:v>
                </c:pt>
                <c:pt idx="49">
                  <c:v>9131.529999999999</c:v>
                </c:pt>
                <c:pt idx="50">
                  <c:v>7956.83</c:v>
                </c:pt>
                <c:pt idx="51">
                  <c:v>7112.04</c:v>
                </c:pt>
                <c:pt idx="52">
                  <c:v>6156.4800000000005</c:v>
                </c:pt>
                <c:pt idx="53">
                  <c:v>6392.89</c:v>
                </c:pt>
                <c:pt idx="54">
                  <c:v>8076.39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9CA3A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9CA3AF"/>
                </a:solidFill>
              </a:defRPr>
            </a:pPr>
          </a:p>
        </c:txPr>
        <c:crossAx val="-2068027336"/>
        <c:crosses val="autoZero"/>
      </c:valAx>
    </c:plotArea>
    <c:legend>
      <c:txPr>
        <a:bodyPr/>
        <a:lstStyle/>
        <a:p>
          <a:pPr>
            <a:defRPr sz="900">
              <a:solidFill>
                <a:srgbClr val="FFFF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ln w="25400">
              <a:solidFill>
                <a:srgbClr val="10B981"/>
              </a:solidFill>
            </a:ln>
          </c:spPr>
          <c:cat>
            <c:strRef>
              <c:f>Sheet1!$A$2:$A$56</c:f>
              <c:strCache>
                <c:ptCount val="55"/>
                <c:pt idx="0">
                  <c:v>Week 51</c:v>
                </c:pt>
                <c:pt idx="1">
                  <c:v>Week 52</c:v>
                </c:pt>
                <c:pt idx="2">
                  <c:v>Week 1</c:v>
                </c:pt>
                <c:pt idx="3">
                  <c:v>Week 2</c:v>
                </c:pt>
                <c:pt idx="4">
                  <c:v>Week 3</c:v>
                </c:pt>
                <c:pt idx="5">
                  <c:v>Week 4</c:v>
                </c:pt>
                <c:pt idx="6">
                  <c:v>Week 5</c:v>
                </c:pt>
                <c:pt idx="7">
                  <c:v>Week 6</c:v>
                </c:pt>
                <c:pt idx="8">
                  <c:v>Week 7</c:v>
                </c:pt>
                <c:pt idx="9">
                  <c:v>Week 8</c:v>
                </c:pt>
                <c:pt idx="10">
                  <c:v>Week 9</c:v>
                </c:pt>
                <c:pt idx="11">
                  <c:v>Week 10</c:v>
                </c:pt>
                <c:pt idx="12">
                  <c:v>Week 11</c:v>
                </c:pt>
                <c:pt idx="13">
                  <c:v>Week 12</c:v>
                </c:pt>
                <c:pt idx="14">
                  <c:v>Week 13</c:v>
                </c:pt>
                <c:pt idx="15">
                  <c:v>Week 14</c:v>
                </c:pt>
                <c:pt idx="16">
                  <c:v>Week 15</c:v>
                </c:pt>
                <c:pt idx="17">
                  <c:v>Week 16</c:v>
                </c:pt>
                <c:pt idx="18">
                  <c:v>Week 17</c:v>
                </c:pt>
                <c:pt idx="19">
                  <c:v>Week 18</c:v>
                </c:pt>
                <c:pt idx="20">
                  <c:v>Week 19</c:v>
                </c:pt>
                <c:pt idx="21">
                  <c:v>Week 20</c:v>
                </c:pt>
                <c:pt idx="22">
                  <c:v>Week 21</c:v>
                </c:pt>
                <c:pt idx="23">
                  <c:v>Week 22</c:v>
                </c:pt>
                <c:pt idx="24">
                  <c:v>Week 23</c:v>
                </c:pt>
                <c:pt idx="25">
                  <c:v>Week 24</c:v>
                </c:pt>
                <c:pt idx="26">
                  <c:v>Week 25</c:v>
                </c:pt>
                <c:pt idx="27">
                  <c:v>Week 26</c:v>
                </c:pt>
                <c:pt idx="28">
                  <c:v>Week 27</c:v>
                </c:pt>
                <c:pt idx="29">
                  <c:v>Week 28</c:v>
                </c:pt>
                <c:pt idx="30">
                  <c:v>Week 29</c:v>
                </c:pt>
                <c:pt idx="31">
                  <c:v>Week 30</c:v>
                </c:pt>
                <c:pt idx="32">
                  <c:v>Week 31</c:v>
                </c:pt>
                <c:pt idx="33">
                  <c:v>Week 32</c:v>
                </c:pt>
                <c:pt idx="34">
                  <c:v>Week 33</c:v>
                </c:pt>
                <c:pt idx="35">
                  <c:v>Week 34</c:v>
                </c:pt>
                <c:pt idx="36">
                  <c:v>Week 35</c:v>
                </c:pt>
                <c:pt idx="37">
                  <c:v>Week 36</c:v>
                </c:pt>
                <c:pt idx="38">
                  <c:v>Week 37</c:v>
                </c:pt>
                <c:pt idx="39">
                  <c:v>Week 38</c:v>
                </c:pt>
                <c:pt idx="40">
                  <c:v>Week 39</c:v>
                </c:pt>
                <c:pt idx="41">
                  <c:v>Week 40</c:v>
                </c:pt>
                <c:pt idx="42">
                  <c:v>Week 41</c:v>
                </c:pt>
                <c:pt idx="43">
                  <c:v>CW</c:v>
                </c:pt>
                <c:pt idx="44">
                  <c:v>Week 43</c:v>
                </c:pt>
                <c:pt idx="45">
                  <c:v>Week 44</c:v>
                </c:pt>
                <c:pt idx="46">
                  <c:v>Week 45</c:v>
                </c:pt>
                <c:pt idx="47">
                  <c:v>Week 46</c:v>
                </c:pt>
                <c:pt idx="48">
                  <c:v>Week 47</c:v>
                </c:pt>
                <c:pt idx="49">
                  <c:v>Week 48</c:v>
                </c:pt>
                <c:pt idx="50">
                  <c:v>Week 49</c:v>
                </c:pt>
                <c:pt idx="51">
                  <c:v>Week 50</c:v>
                </c:pt>
                <c:pt idx="52">
                  <c:v>Week 51</c:v>
                </c:pt>
                <c:pt idx="53">
                  <c:v>PW</c:v>
                </c:pt>
                <c:pt idx="54">
                  <c:v>CW</c:v>
                </c:pt>
              </c:strCache>
            </c: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3.1341207261968544</c:v>
                </c:pt>
                <c:pt idx="1">
                  <c:v>2.76835003488953</c:v>
                </c:pt>
                <c:pt idx="2">
                  <c:v>2.7115767607384065</c:v>
                </c:pt>
                <c:pt idx="3">
                  <c:v>2.735022936563044</c:v>
                </c:pt>
                <c:pt idx="4">
                  <c:v>2.5294031371407457</c:v>
                </c:pt>
                <c:pt idx="5">
                  <c:v>2.6066934935388804</c:v>
                </c:pt>
                <c:pt idx="6">
                  <c:v>2.326357374112377</c:v>
                </c:pt>
                <c:pt idx="7">
                  <c:v>2.3355666365042382</c:v>
                </c:pt>
                <c:pt idx="8">
                  <c:v>2.3095026918514465</c:v>
                </c:pt>
                <c:pt idx="9">
                  <c:v>1.8762906957061447</c:v>
                </c:pt>
                <c:pt idx="10">
                  <c:v>2.097271912491548</c:v>
                </c:pt>
                <c:pt idx="11">
                  <c:v>2.372533789032158</c:v>
                </c:pt>
                <c:pt idx="12">
                  <c:v>2.6239512838495314</c:v>
                </c:pt>
                <c:pt idx="13">
                  <c:v>2.5724588819024174</c:v>
                </c:pt>
                <c:pt idx="14">
                  <c:v>2.32226783661638</c:v>
                </c:pt>
                <c:pt idx="15">
                  <c:v>2.4203805673121837</c:v>
                </c:pt>
                <c:pt idx="16">
                  <c:v>2.1352904223516846</c:v>
                </c:pt>
                <c:pt idx="17">
                  <c:v>2.112390620441805</c:v>
                </c:pt>
                <c:pt idx="18">
                  <c:v>2.063234645715228</c:v>
                </c:pt>
                <c:pt idx="19">
                  <c:v>2.1086337597400657</c:v>
                </c:pt>
                <c:pt idx="20">
                  <c:v>2.2059290892839405</c:v>
                </c:pt>
                <c:pt idx="21">
                  <c:v>2.6844734716939898</c:v>
                </c:pt>
                <c:pt idx="22">
                  <c:v>2.277794509219024</c:v>
                </c:pt>
                <c:pt idx="23">
                  <c:v>2.0378176992957027</c:v>
                </c:pt>
                <c:pt idx="24">
                  <c:v>2.335258818542921</c:v>
                </c:pt>
                <c:pt idx="25">
                  <c:v>2.560690290136298</c:v>
                </c:pt>
                <c:pt idx="26">
                  <c:v>2.5280378997012694</c:v>
                </c:pt>
                <c:pt idx="27">
                  <c:v>2.5099846412941633</c:v>
                </c:pt>
                <c:pt idx="28">
                  <c:v>2.7095794500857795</c:v>
                </c:pt>
                <c:pt idx="29">
                  <c:v>2.6119512674146774</c:v>
                </c:pt>
                <c:pt idx="30">
                  <c:v>2.566776009195789</c:v>
                </c:pt>
                <c:pt idx="31">
                  <c:v>2.9557556047627442</c:v>
                </c:pt>
                <c:pt idx="32">
                  <c:v>2.399674764316724</c:v>
                </c:pt>
                <c:pt idx="33">
                  <c:v>2.4185781567839317</c:v>
                </c:pt>
                <c:pt idx="34">
                  <c:v>2.1120745951457587</c:v>
                </c:pt>
                <c:pt idx="35">
                  <c:v>2.69593374315567</c:v>
                </c:pt>
                <c:pt idx="36">
                  <c:v>2.315858817302202</c:v>
                </c:pt>
                <c:pt idx="37">
                  <c:v>2.54900744062903</c:v>
                </c:pt>
                <c:pt idx="38">
                  <c:v>2.509549626722893</c:v>
                </c:pt>
                <c:pt idx="39">
                  <c:v>2.3566320072683786</c:v>
                </c:pt>
                <c:pt idx="40">
                  <c:v>1.9659960925090538</c:v>
                </c:pt>
                <c:pt idx="41">
                  <c:v>2.127038516735223</c:v>
                </c:pt>
                <c:pt idx="42">
                  <c:v>1.9887088529059662</c:v>
                </c:pt>
                <c:pt idx="43">
                  <c:v>2.0183638213787067</c:v>
                </c:pt>
                <c:pt idx="44">
                  <c:v>2.4192157727465378</c:v>
                </c:pt>
                <c:pt idx="45">
                  <c:v>1.904964889211412</c:v>
                </c:pt>
                <c:pt idx="46">
                  <c:v>1.9701018637949503</c:v>
                </c:pt>
                <c:pt idx="47">
                  <c:v>1.9783723893553724</c:v>
                </c:pt>
                <c:pt idx="48">
                  <c:v>2.096527600849257</c:v>
                </c:pt>
                <c:pt idx="49">
                  <c:v>1.725838933891692</c:v>
                </c:pt>
                <c:pt idx="50">
                  <c:v>1.9943180889877</c:v>
                </c:pt>
                <c:pt idx="51">
                  <c:v>2.300584642381089</c:v>
                </c:pt>
                <c:pt idx="52">
                  <c:v>2.3598631035916626</c:v>
                </c:pt>
                <c:pt idx="53">
                  <c:v>2.2948150210624614</c:v>
                </c:pt>
                <c:pt idx="54">
                  <c:v>2.032547957689017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9CA3A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.00&quot;x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9CA3AF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Prosvent</c:v>
                </c:pt>
                <c:pt idx="1">
                  <c:v>Better Bladder</c:v>
                </c:pt>
                <c:pt idx="2">
                  <c:v>Ideal Prostate</c:v>
                </c:pt>
                <c:pt idx="3">
                  <c:v>Cebria</c:v>
                </c:pt>
                <c:pt idx="4">
                  <c:v>Grown American</c:v>
                </c:pt>
                <c:pt idx="5">
                  <c:v>Profemin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1777283.7000000002</c:v>
                </c:pt>
                <c:pt idx="1">
                  <c:v>658094.2</c:v>
                </c:pt>
                <c:pt idx="2">
                  <c:v>600771.3900000001</c:v>
                </c:pt>
                <c:pt idx="3">
                  <c:v>53253.0</c:v>
                </c:pt>
                <c:pt idx="4">
                  <c:v>44157.60999999999</c:v>
                </c:pt>
                <c:pt idx="5">
                  <c:v>28903.700000000008</c:v>
                </c:pt>
                <c:pt idx="6">
                  <c:v>31019.630000000005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overlay val="0"/>
      <c:txPr>
        <a:bodyPr/>
        <a:lstStyle/>
        <a:p>
          <a:pPr>
            <a:defRPr sz="800">
              <a:solidFill>
                <a:srgbClr val="E8EDF5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 Spend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Prosvent</c:v>
                </c:pt>
                <c:pt idx="1">
                  <c:v>Better Bladder</c:v>
                </c:pt>
                <c:pt idx="2">
                  <c:v>Ideal Prostate</c:v>
                </c:pt>
                <c:pt idx="3">
                  <c:v>Cebria</c:v>
                </c:pt>
                <c:pt idx="4">
                  <c:v>AromaTru</c:v>
                </c:pt>
                <c:pt idx="5">
                  <c:v>Grown American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244590.80000000002</c:v>
                </c:pt>
                <c:pt idx="1">
                  <c:v>80854.4</c:v>
                </c:pt>
                <c:pt idx="2">
                  <c:v>80197.98000000001</c:v>
                </c:pt>
                <c:pt idx="3">
                  <c:v>6867.789999999998</c:v>
                </c:pt>
                <c:pt idx="4">
                  <c:v>5708.760000000001</c:v>
                </c:pt>
                <c:pt idx="5">
                  <c:v>4221.67</c:v>
                </c:pt>
                <c:pt idx="6">
                  <c:v>4340.010000000001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overlay val="0"/>
      <c:txPr>
        <a:bodyPr/>
        <a:lstStyle/>
        <a:p>
          <a:pPr>
            <a:defRPr sz="800">
              <a:solidFill>
                <a:srgbClr val="E8EDF5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F9900"/>
            </a:solidFill>
          </c:spPr>
          <c:cat>
            <c:strRef>
              <c:f>Sheet1!$A$2:$A$10</c:f>
              <c:strCache>
                <c:ptCount val="9"/>
                <c:pt idx="0">
                  <c:v>Prosvent</c:v>
                </c:pt>
                <c:pt idx="1">
                  <c:v>Better Bladder</c:v>
                </c:pt>
                <c:pt idx="2">
                  <c:v>Ideal Prostate</c:v>
                </c:pt>
                <c:pt idx="3">
                  <c:v>Cebria</c:v>
                </c:pt>
                <c:pt idx="4">
                  <c:v>Grown American</c:v>
                </c:pt>
                <c:pt idx="5">
                  <c:v>Profemin</c:v>
                </c:pt>
                <c:pt idx="6">
                  <c:v>BeFlexible</c:v>
                </c:pt>
                <c:pt idx="7">
                  <c:v>AromaTru</c:v>
                </c:pt>
                <c:pt idx="8">
                  <c:v>Perfect Omega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1777283.7000000002</c:v>
                </c:pt>
                <c:pt idx="1">
                  <c:v>658094.2</c:v>
                </c:pt>
                <c:pt idx="2">
                  <c:v>600771.3900000001</c:v>
                </c:pt>
                <c:pt idx="3">
                  <c:v>53253.0</c:v>
                </c:pt>
                <c:pt idx="4">
                  <c:v>44157.60999999999</c:v>
                </c:pt>
                <c:pt idx="5">
                  <c:v>28903.700000000008</c:v>
                </c:pt>
                <c:pt idx="6">
                  <c:v>17597.4</c:v>
                </c:pt>
                <c:pt idx="7">
                  <c:v>12613.580000000002</c:v>
                </c:pt>
                <c:pt idx="8">
                  <c:v>808.65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 Spend</c:v>
                </c:pt>
              </c:strCache>
            </c:strRef>
          </c:tx>
          <c:spPr>
            <a:solidFill>
              <a:srgbClr val="00A8E1"/>
            </a:solidFill>
          </c:spPr>
          <c:cat>
            <c:strRef>
              <c:f>Sheet1!$A$2:$A$10</c:f>
              <c:strCache>
                <c:ptCount val="9"/>
                <c:pt idx="0">
                  <c:v>Prosvent</c:v>
                </c:pt>
                <c:pt idx="1">
                  <c:v>Better Bladder</c:v>
                </c:pt>
                <c:pt idx="2">
                  <c:v>Ideal Prostate</c:v>
                </c:pt>
                <c:pt idx="3">
                  <c:v>Cebria</c:v>
                </c:pt>
                <c:pt idx="4">
                  <c:v>Grown American</c:v>
                </c:pt>
                <c:pt idx="5">
                  <c:v>Profemin</c:v>
                </c:pt>
                <c:pt idx="6">
                  <c:v>BeFlexible</c:v>
                </c:pt>
                <c:pt idx="7">
                  <c:v>AromaTru</c:v>
                </c:pt>
                <c:pt idx="8">
                  <c:v>Perfect Omega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244590.80000000002</c:v>
                </c:pt>
                <c:pt idx="1">
                  <c:v>80854.4</c:v>
                </c:pt>
                <c:pt idx="2">
                  <c:v>80197.98000000001</c:v>
                </c:pt>
                <c:pt idx="3">
                  <c:v>6867.789999999998</c:v>
                </c:pt>
                <c:pt idx="4">
                  <c:v>4221.67</c:v>
                </c:pt>
                <c:pt idx="5">
                  <c:v>3608.920000000001</c:v>
                </c:pt>
                <c:pt idx="6">
                  <c:v>687.2</c:v>
                </c:pt>
                <c:pt idx="7">
                  <c:v>5708.760000000001</c:v>
                </c:pt>
                <c:pt idx="8">
                  <c:v>43.89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9CA3A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9CA3AF"/>
                </a:solidFill>
              </a:defRPr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F9900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880957.98</c:v>
                </c:pt>
                <c:pt idx="1">
                  <c:v>788118.6</c:v>
                </c:pt>
                <c:pt idx="2">
                  <c:v>689368.7</c:v>
                </c:pt>
                <c:pt idx="3">
                  <c:v>692869.9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 Spend</c:v>
                </c:pt>
              </c:strCache>
            </c:strRef>
          </c:tx>
          <c:spPr>
            <a:solidFill>
              <a:srgbClr val="00A8E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112778.33</c:v>
                </c:pt>
                <c:pt idx="1">
                  <c:v>101588.13</c:v>
                </c:pt>
                <c:pt idx="2">
                  <c:v>89129.79</c:v>
                </c:pt>
                <c:pt idx="3">
                  <c:v>101209.62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 Sales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271223.5</c:v>
                </c:pt>
                <c:pt idx="1">
                  <c:v>232931.18</c:v>
                </c:pt>
                <c:pt idx="2">
                  <c:v>220205.52000000002</c:v>
                </c:pt>
                <c:pt idx="3">
                  <c:v>220895.7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9CA3A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9CA3AF"/>
                </a:solidFill>
              </a:defRPr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19050">
              <a:solidFill>
                <a:srgbClr val="FF9900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W50</c:v>
                </c:pt>
                <c:pt idx="1">
                  <c:v>W51</c:v>
                </c:pt>
                <c:pt idx="2">
                  <c:v>W52</c:v>
                </c:pt>
                <c:pt idx="3">
                  <c:v>W01</c:v>
                </c:pt>
                <c:pt idx="4">
                  <c:v>W02</c:v>
                </c:pt>
                <c:pt idx="5">
                  <c:v>W03</c:v>
                </c:pt>
                <c:pt idx="6">
                  <c:v>W04</c:v>
                </c:pt>
                <c:pt idx="7">
                  <c:v>W05</c:v>
                </c:pt>
                <c:pt idx="8">
                  <c:v>W06</c:v>
                </c:pt>
                <c:pt idx="9">
                  <c:v>W07</c:v>
                </c:pt>
                <c:pt idx="10">
                  <c:v>W08</c:v>
                </c:pt>
                <c:pt idx="11">
                  <c:v>W09</c:v>
                </c:pt>
                <c:pt idx="12">
                  <c:v>W10</c:v>
                </c:pt>
                <c:pt idx="13">
                  <c:v>W11</c:v>
                </c:pt>
                <c:pt idx="14">
                  <c:v>W12</c:v>
                </c:pt>
                <c:pt idx="15">
                  <c:v>W13</c:v>
                </c:pt>
                <c:pt idx="16">
                  <c:v>W14</c:v>
                </c:pt>
                <c:pt idx="17">
                  <c:v>W15</c:v>
                </c:pt>
                <c:pt idx="18">
                  <c:v>W16</c:v>
                </c:pt>
                <c:pt idx="19">
                  <c:v>W17</c:v>
                </c:pt>
                <c:pt idx="20">
                  <c:v>W18</c:v>
                </c:pt>
                <c:pt idx="21">
                  <c:v>W19</c:v>
                </c:pt>
                <c:pt idx="22">
                  <c:v>W20</c:v>
                </c:pt>
                <c:pt idx="23">
                  <c:v>W21</c:v>
                </c:pt>
                <c:pt idx="24">
                  <c:v>W22</c:v>
                </c:pt>
                <c:pt idx="25">
                  <c:v>W23</c:v>
                </c:pt>
                <c:pt idx="26">
                  <c:v>W24</c:v>
                </c:pt>
                <c:pt idx="27">
                  <c:v>W25</c:v>
                </c:pt>
                <c:pt idx="28">
                  <c:v>W26</c:v>
                </c:pt>
                <c:pt idx="29">
                  <c:v>W27</c:v>
                </c:pt>
                <c:pt idx="30">
                  <c:v>W28</c:v>
                </c:pt>
                <c:pt idx="31">
                  <c:v>W29</c:v>
                </c:pt>
                <c:pt idx="32">
                  <c:v>W30</c:v>
                </c:pt>
                <c:pt idx="33">
                  <c:v>W31</c:v>
                </c:pt>
                <c:pt idx="34">
                  <c:v>W32</c:v>
                </c:pt>
                <c:pt idx="35">
                  <c:v>W33</c:v>
                </c:pt>
                <c:pt idx="36">
                  <c:v>W34</c:v>
                </c:pt>
                <c:pt idx="37">
                  <c:v>W35</c:v>
                </c:pt>
                <c:pt idx="38">
                  <c:v>W36</c:v>
                </c:pt>
                <c:pt idx="39">
                  <c:v>W37</c:v>
                </c:pt>
                <c:pt idx="40">
                  <c:v>W38</c:v>
                </c:pt>
                <c:pt idx="41">
                  <c:v>W39</c:v>
                </c:pt>
                <c:pt idx="42">
                  <c:v>W40</c:v>
                </c:pt>
                <c:pt idx="43">
                  <c:v>W41</c:v>
                </c:pt>
                <c:pt idx="44">
                  <c:v>W42</c:v>
                </c:pt>
                <c:pt idx="45">
                  <c:v>W43</c:v>
                </c:pt>
                <c:pt idx="46">
                  <c:v>W44</c:v>
                </c:pt>
                <c:pt idx="47">
                  <c:v>W45</c:v>
                </c:pt>
                <c:pt idx="48">
                  <c:v>W46</c:v>
                </c:pt>
                <c:pt idx="49">
                  <c:v>W47</c:v>
                </c:pt>
                <c:pt idx="50">
                  <c:v>W48</c:v>
                </c:pt>
                <c:pt idx="51">
                  <c:v>W49</c:v>
                </c:pt>
                <c:pt idx="52">
                  <c:v>W50</c:v>
                </c:pt>
                <c:pt idx="53">
                  <c:v>W51</c:v>
                </c:pt>
                <c:pt idx="54">
                  <c:v>W52</c:v>
                </c:pt>
              </c:strCache>
            </c: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34530.0</c:v>
                </c:pt>
                <c:pt idx="1">
                  <c:v>33136.0</c:v>
                </c:pt>
                <c:pt idx="2">
                  <c:v>38341.0</c:v>
                </c:pt>
                <c:pt idx="3">
                  <c:v>36716.0</c:v>
                </c:pt>
                <c:pt idx="4">
                  <c:v>36095.0</c:v>
                </c:pt>
                <c:pt idx="5">
                  <c:v>38070.0</c:v>
                </c:pt>
                <c:pt idx="6">
                  <c:v>41868.0</c:v>
                </c:pt>
                <c:pt idx="7">
                  <c:v>35540.0</c:v>
                </c:pt>
                <c:pt idx="8">
                  <c:v>37727.0</c:v>
                </c:pt>
                <c:pt idx="9">
                  <c:v>35250.0</c:v>
                </c:pt>
                <c:pt idx="10">
                  <c:v>31795.0</c:v>
                </c:pt>
                <c:pt idx="11">
                  <c:v>36365.0</c:v>
                </c:pt>
                <c:pt idx="12">
                  <c:v>33978.0</c:v>
                </c:pt>
                <c:pt idx="13">
                  <c:v>33275.0</c:v>
                </c:pt>
                <c:pt idx="14">
                  <c:v>30776.0</c:v>
                </c:pt>
                <c:pt idx="15">
                  <c:v>34880.0</c:v>
                </c:pt>
                <c:pt idx="16">
                  <c:v>31403.0</c:v>
                </c:pt>
                <c:pt idx="17">
                  <c:v>32718.0</c:v>
                </c:pt>
                <c:pt idx="18">
                  <c:v>34714.0</c:v>
                </c:pt>
                <c:pt idx="19">
                  <c:v>33241.0</c:v>
                </c:pt>
                <c:pt idx="20">
                  <c:v>34684.0</c:v>
                </c:pt>
                <c:pt idx="21">
                  <c:v>32091.0</c:v>
                </c:pt>
                <c:pt idx="22">
                  <c:v>33151.0</c:v>
                </c:pt>
                <c:pt idx="23">
                  <c:v>32648.55</c:v>
                </c:pt>
                <c:pt idx="24">
                  <c:v>34553.85</c:v>
                </c:pt>
                <c:pt idx="25">
                  <c:v>30693.4</c:v>
                </c:pt>
                <c:pt idx="26">
                  <c:v>34222.8</c:v>
                </c:pt>
                <c:pt idx="27">
                  <c:v>31715.65</c:v>
                </c:pt>
                <c:pt idx="28">
                  <c:v>30371.2</c:v>
                </c:pt>
                <c:pt idx="29">
                  <c:v>32584.75</c:v>
                </c:pt>
                <c:pt idx="30">
                  <c:v>29985.55</c:v>
                </c:pt>
                <c:pt idx="31">
                  <c:v>32899.5</c:v>
                </c:pt>
                <c:pt idx="32">
                  <c:v>28889.1</c:v>
                </c:pt>
                <c:pt idx="33">
                  <c:v>31092.55</c:v>
                </c:pt>
                <c:pt idx="34">
                  <c:v>29483.0</c:v>
                </c:pt>
                <c:pt idx="35">
                  <c:v>31050.6</c:v>
                </c:pt>
                <c:pt idx="36">
                  <c:v>30288.95</c:v>
                </c:pt>
                <c:pt idx="37">
                  <c:v>29295.8</c:v>
                </c:pt>
                <c:pt idx="38">
                  <c:v>31883.0</c:v>
                </c:pt>
                <c:pt idx="39">
                  <c:v>29463.0</c:v>
                </c:pt>
                <c:pt idx="40">
                  <c:v>29506.0</c:v>
                </c:pt>
                <c:pt idx="41">
                  <c:v>30487.0</c:v>
                </c:pt>
                <c:pt idx="42">
                  <c:v>30982.75</c:v>
                </c:pt>
                <c:pt idx="43">
                  <c:v>31100.95</c:v>
                </c:pt>
                <c:pt idx="44">
                  <c:v>28312.0</c:v>
                </c:pt>
                <c:pt idx="45">
                  <c:v>29803.75</c:v>
                </c:pt>
                <c:pt idx="46">
                  <c:v>29210.0</c:v>
                </c:pt>
                <c:pt idx="47">
                  <c:v>32890.0</c:v>
                </c:pt>
                <c:pt idx="48">
                  <c:v>33287.0</c:v>
                </c:pt>
                <c:pt idx="49">
                  <c:v>29942.0</c:v>
                </c:pt>
                <c:pt idx="50">
                  <c:v>30707.0</c:v>
                </c:pt>
                <c:pt idx="51">
                  <c:v>30907.0</c:v>
                </c:pt>
                <c:pt idx="52">
                  <c:v>25338.0</c:v>
                </c:pt>
                <c:pt idx="53">
                  <c:v>25646.0</c:v>
                </c:pt>
                <c:pt idx="54">
                  <c:v>27699.0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 Sales</c:v>
                </c:pt>
              </c:strCache>
            </c:strRef>
          </c:tx>
          <c:spPr>
            <a:ln w="19050">
              <a:solidFill>
                <a:srgbClr val="00A8E1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W50</c:v>
                </c:pt>
                <c:pt idx="1">
                  <c:v>W51</c:v>
                </c:pt>
                <c:pt idx="2">
                  <c:v>W52</c:v>
                </c:pt>
                <c:pt idx="3">
                  <c:v>W01</c:v>
                </c:pt>
                <c:pt idx="4">
                  <c:v>W02</c:v>
                </c:pt>
                <c:pt idx="5">
                  <c:v>W03</c:v>
                </c:pt>
                <c:pt idx="6">
                  <c:v>W04</c:v>
                </c:pt>
                <c:pt idx="7">
                  <c:v>W05</c:v>
                </c:pt>
                <c:pt idx="8">
                  <c:v>W06</c:v>
                </c:pt>
                <c:pt idx="9">
                  <c:v>W07</c:v>
                </c:pt>
                <c:pt idx="10">
                  <c:v>W08</c:v>
                </c:pt>
                <c:pt idx="11">
                  <c:v>W09</c:v>
                </c:pt>
                <c:pt idx="12">
                  <c:v>W10</c:v>
                </c:pt>
                <c:pt idx="13">
                  <c:v>W11</c:v>
                </c:pt>
                <c:pt idx="14">
                  <c:v>W12</c:v>
                </c:pt>
                <c:pt idx="15">
                  <c:v>W13</c:v>
                </c:pt>
                <c:pt idx="16">
                  <c:v>W14</c:v>
                </c:pt>
                <c:pt idx="17">
                  <c:v>W15</c:v>
                </c:pt>
                <c:pt idx="18">
                  <c:v>W16</c:v>
                </c:pt>
                <c:pt idx="19">
                  <c:v>W17</c:v>
                </c:pt>
                <c:pt idx="20">
                  <c:v>W18</c:v>
                </c:pt>
                <c:pt idx="21">
                  <c:v>W19</c:v>
                </c:pt>
                <c:pt idx="22">
                  <c:v>W20</c:v>
                </c:pt>
                <c:pt idx="23">
                  <c:v>W21</c:v>
                </c:pt>
                <c:pt idx="24">
                  <c:v>W22</c:v>
                </c:pt>
                <c:pt idx="25">
                  <c:v>W23</c:v>
                </c:pt>
                <c:pt idx="26">
                  <c:v>W24</c:v>
                </c:pt>
                <c:pt idx="27">
                  <c:v>W25</c:v>
                </c:pt>
                <c:pt idx="28">
                  <c:v>W26</c:v>
                </c:pt>
                <c:pt idx="29">
                  <c:v>W27</c:v>
                </c:pt>
                <c:pt idx="30">
                  <c:v>W28</c:v>
                </c:pt>
                <c:pt idx="31">
                  <c:v>W29</c:v>
                </c:pt>
                <c:pt idx="32">
                  <c:v>W30</c:v>
                </c:pt>
                <c:pt idx="33">
                  <c:v>W31</c:v>
                </c:pt>
                <c:pt idx="34">
                  <c:v>W32</c:v>
                </c:pt>
                <c:pt idx="35">
                  <c:v>W33</c:v>
                </c:pt>
                <c:pt idx="36">
                  <c:v>W34</c:v>
                </c:pt>
                <c:pt idx="37">
                  <c:v>W35</c:v>
                </c:pt>
                <c:pt idx="38">
                  <c:v>W36</c:v>
                </c:pt>
                <c:pt idx="39">
                  <c:v>W37</c:v>
                </c:pt>
                <c:pt idx="40">
                  <c:v>W38</c:v>
                </c:pt>
                <c:pt idx="41">
                  <c:v>W39</c:v>
                </c:pt>
                <c:pt idx="42">
                  <c:v>W40</c:v>
                </c:pt>
                <c:pt idx="43">
                  <c:v>W41</c:v>
                </c:pt>
                <c:pt idx="44">
                  <c:v>W42</c:v>
                </c:pt>
                <c:pt idx="45">
                  <c:v>W43</c:v>
                </c:pt>
                <c:pt idx="46">
                  <c:v>W44</c:v>
                </c:pt>
                <c:pt idx="47">
                  <c:v>W45</c:v>
                </c:pt>
                <c:pt idx="48">
                  <c:v>W46</c:v>
                </c:pt>
                <c:pt idx="49">
                  <c:v>W47</c:v>
                </c:pt>
                <c:pt idx="50">
                  <c:v>W48</c:v>
                </c:pt>
                <c:pt idx="51">
                  <c:v>W49</c:v>
                </c:pt>
                <c:pt idx="52">
                  <c:v>W50</c:v>
                </c:pt>
                <c:pt idx="53">
                  <c:v>W51</c:v>
                </c:pt>
                <c:pt idx="54">
                  <c:v>W52</c:v>
                </c:pt>
              </c:strCache>
            </c:strRef>
          </c:cat>
          <c:val>
            <c:numRef>
              <c:f>Sheet1!$C$2:$C$56</c:f>
              <c:numCache>
                <c:formatCode>General</c:formatCode>
                <c:ptCount val="55"/>
                <c:pt idx="0">
                  <c:v>9555.0</c:v>
                </c:pt>
                <c:pt idx="1">
                  <c:v>9816.0</c:v>
                </c:pt>
                <c:pt idx="2">
                  <c:v>13822.0</c:v>
                </c:pt>
                <c:pt idx="3">
                  <c:v>12410.95</c:v>
                </c:pt>
                <c:pt idx="4">
                  <c:v>13047.0</c:v>
                </c:pt>
                <c:pt idx="5">
                  <c:v>14367.85</c:v>
                </c:pt>
                <c:pt idx="6">
                  <c:v>14319.95</c:v>
                </c:pt>
                <c:pt idx="7">
                  <c:v>12234.0</c:v>
                </c:pt>
                <c:pt idx="8">
                  <c:v>11497.95</c:v>
                </c:pt>
                <c:pt idx="9">
                  <c:v>10507.0</c:v>
                </c:pt>
                <c:pt idx="10">
                  <c:v>10713.0</c:v>
                </c:pt>
                <c:pt idx="11">
                  <c:v>11310.95</c:v>
                </c:pt>
                <c:pt idx="12">
                  <c:v>9476.0</c:v>
                </c:pt>
                <c:pt idx="13">
                  <c:v>9672.9</c:v>
                </c:pt>
                <c:pt idx="14">
                  <c:v>8826.0</c:v>
                </c:pt>
                <c:pt idx="15">
                  <c:v>11084.9</c:v>
                </c:pt>
                <c:pt idx="16">
                  <c:v>7955.0</c:v>
                </c:pt>
                <c:pt idx="17">
                  <c:v>8476.95</c:v>
                </c:pt>
                <c:pt idx="18">
                  <c:v>10142.0</c:v>
                </c:pt>
                <c:pt idx="19">
                  <c:v>10158.0</c:v>
                </c:pt>
                <c:pt idx="20">
                  <c:v>11741.9</c:v>
                </c:pt>
                <c:pt idx="21">
                  <c:v>10255.7</c:v>
                </c:pt>
                <c:pt idx="22">
                  <c:v>9775.0</c:v>
                </c:pt>
                <c:pt idx="23">
                  <c:v>9507.6</c:v>
                </c:pt>
                <c:pt idx="24">
                  <c:v>9889.75</c:v>
                </c:pt>
                <c:pt idx="25">
                  <c:v>9410.7</c:v>
                </c:pt>
                <c:pt idx="26">
                  <c:v>10403.2</c:v>
                </c:pt>
                <c:pt idx="27">
                  <c:v>9413.1</c:v>
                </c:pt>
                <c:pt idx="28">
                  <c:v>9452.6</c:v>
                </c:pt>
                <c:pt idx="29">
                  <c:v>11380.15</c:v>
                </c:pt>
                <c:pt idx="30">
                  <c:v>9818.5</c:v>
                </c:pt>
                <c:pt idx="31">
                  <c:v>10774.65</c:v>
                </c:pt>
                <c:pt idx="32">
                  <c:v>9351.2</c:v>
                </c:pt>
                <c:pt idx="33">
                  <c:v>9390.2</c:v>
                </c:pt>
                <c:pt idx="34">
                  <c:v>8255.65</c:v>
                </c:pt>
                <c:pt idx="35">
                  <c:v>10807.05</c:v>
                </c:pt>
                <c:pt idx="36">
                  <c:v>8976.45</c:v>
                </c:pt>
                <c:pt idx="37">
                  <c:v>11708.75</c:v>
                </c:pt>
                <c:pt idx="38">
                  <c:v>10696.0</c:v>
                </c:pt>
                <c:pt idx="39">
                  <c:v>9881.0</c:v>
                </c:pt>
                <c:pt idx="40">
                  <c:v>8697.85</c:v>
                </c:pt>
                <c:pt idx="41">
                  <c:v>10453.0</c:v>
                </c:pt>
                <c:pt idx="42">
                  <c:v>11153.75</c:v>
                </c:pt>
                <c:pt idx="43">
                  <c:v>9235.95</c:v>
                </c:pt>
                <c:pt idx="44">
                  <c:v>11099.9</c:v>
                </c:pt>
                <c:pt idx="45">
                  <c:v>8164.9</c:v>
                </c:pt>
                <c:pt idx="46">
                  <c:v>8369.95</c:v>
                </c:pt>
                <c:pt idx="47">
                  <c:v>9850.0</c:v>
                </c:pt>
                <c:pt idx="48">
                  <c:v>12415.0</c:v>
                </c:pt>
                <c:pt idx="49">
                  <c:v>9537.0</c:v>
                </c:pt>
                <c:pt idx="50">
                  <c:v>9469.95</c:v>
                </c:pt>
                <c:pt idx="51">
                  <c:v>10569.9</c:v>
                </c:pt>
                <c:pt idx="52">
                  <c:v>8274.0</c:v>
                </c:pt>
                <c:pt idx="53">
                  <c:v>8602.0</c:v>
                </c:pt>
                <c:pt idx="54">
                  <c:v>9731.95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9CA3A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9CA3AF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800">
              <a:solidFill>
                <a:srgbClr val="FFFFFF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19050">
              <a:solidFill>
                <a:srgbClr val="FF9900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W50</c:v>
                </c:pt>
                <c:pt idx="1">
                  <c:v>W51</c:v>
                </c:pt>
                <c:pt idx="2">
                  <c:v>W52</c:v>
                </c:pt>
                <c:pt idx="3">
                  <c:v>W01</c:v>
                </c:pt>
                <c:pt idx="4">
                  <c:v>W02</c:v>
                </c:pt>
                <c:pt idx="5">
                  <c:v>W03</c:v>
                </c:pt>
                <c:pt idx="6">
                  <c:v>W04</c:v>
                </c:pt>
                <c:pt idx="7">
                  <c:v>W05</c:v>
                </c:pt>
                <c:pt idx="8">
                  <c:v>W06</c:v>
                </c:pt>
                <c:pt idx="9">
                  <c:v>W07</c:v>
                </c:pt>
                <c:pt idx="10">
                  <c:v>W08</c:v>
                </c:pt>
                <c:pt idx="11">
                  <c:v>W09</c:v>
                </c:pt>
                <c:pt idx="12">
                  <c:v>W10</c:v>
                </c:pt>
                <c:pt idx="13">
                  <c:v>W11</c:v>
                </c:pt>
                <c:pt idx="14">
                  <c:v>W12</c:v>
                </c:pt>
                <c:pt idx="15">
                  <c:v>W13</c:v>
                </c:pt>
                <c:pt idx="16">
                  <c:v>W14</c:v>
                </c:pt>
                <c:pt idx="17">
                  <c:v>W15</c:v>
                </c:pt>
                <c:pt idx="18">
                  <c:v>W16</c:v>
                </c:pt>
                <c:pt idx="19">
                  <c:v>W17</c:v>
                </c:pt>
                <c:pt idx="20">
                  <c:v>W18</c:v>
                </c:pt>
                <c:pt idx="21">
                  <c:v>W19</c:v>
                </c:pt>
                <c:pt idx="22">
                  <c:v>W20</c:v>
                </c:pt>
                <c:pt idx="23">
                  <c:v>W21</c:v>
                </c:pt>
                <c:pt idx="24">
                  <c:v>W22</c:v>
                </c:pt>
                <c:pt idx="25">
                  <c:v>W23</c:v>
                </c:pt>
                <c:pt idx="26">
                  <c:v>W24</c:v>
                </c:pt>
                <c:pt idx="27">
                  <c:v>W25</c:v>
                </c:pt>
                <c:pt idx="28">
                  <c:v>W26</c:v>
                </c:pt>
                <c:pt idx="29">
                  <c:v>W27</c:v>
                </c:pt>
                <c:pt idx="30">
                  <c:v>W28</c:v>
                </c:pt>
                <c:pt idx="31">
                  <c:v>W29</c:v>
                </c:pt>
                <c:pt idx="32">
                  <c:v>W30</c:v>
                </c:pt>
                <c:pt idx="33">
                  <c:v>W31</c:v>
                </c:pt>
                <c:pt idx="34">
                  <c:v>W32</c:v>
                </c:pt>
                <c:pt idx="35">
                  <c:v>W33</c:v>
                </c:pt>
                <c:pt idx="36">
                  <c:v>W34</c:v>
                </c:pt>
                <c:pt idx="37">
                  <c:v>W35</c:v>
                </c:pt>
                <c:pt idx="38">
                  <c:v>W36</c:v>
                </c:pt>
                <c:pt idx="39">
                  <c:v>W37</c:v>
                </c:pt>
                <c:pt idx="40">
                  <c:v>W38</c:v>
                </c:pt>
                <c:pt idx="41">
                  <c:v>W39</c:v>
                </c:pt>
                <c:pt idx="42">
                  <c:v>W40</c:v>
                </c:pt>
                <c:pt idx="43">
                  <c:v>W41</c:v>
                </c:pt>
                <c:pt idx="44">
                  <c:v>W42</c:v>
                </c:pt>
                <c:pt idx="45">
                  <c:v>W43</c:v>
                </c:pt>
                <c:pt idx="46">
                  <c:v>W44</c:v>
                </c:pt>
                <c:pt idx="47">
                  <c:v>W45</c:v>
                </c:pt>
                <c:pt idx="48">
                  <c:v>W46</c:v>
                </c:pt>
                <c:pt idx="49">
                  <c:v>W47</c:v>
                </c:pt>
                <c:pt idx="50">
                  <c:v>W48</c:v>
                </c:pt>
                <c:pt idx="51">
                  <c:v>W49</c:v>
                </c:pt>
                <c:pt idx="52">
                  <c:v>W50</c:v>
                </c:pt>
                <c:pt idx="53">
                  <c:v>W51</c:v>
                </c:pt>
                <c:pt idx="54">
                  <c:v>W52</c:v>
                </c:pt>
              </c:strCache>
            </c: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15008.3</c:v>
                </c:pt>
                <c:pt idx="1">
                  <c:v>12879.85</c:v>
                </c:pt>
                <c:pt idx="2">
                  <c:v>14778.45</c:v>
                </c:pt>
                <c:pt idx="3">
                  <c:v>13819.1</c:v>
                </c:pt>
                <c:pt idx="4">
                  <c:v>14758.6</c:v>
                </c:pt>
                <c:pt idx="5">
                  <c:v>13409.7</c:v>
                </c:pt>
                <c:pt idx="6">
                  <c:v>14439.15</c:v>
                </c:pt>
                <c:pt idx="7">
                  <c:v>15168.15</c:v>
                </c:pt>
                <c:pt idx="8">
                  <c:v>15557.75</c:v>
                </c:pt>
                <c:pt idx="9">
                  <c:v>14179.05</c:v>
                </c:pt>
                <c:pt idx="10">
                  <c:v>12989.7</c:v>
                </c:pt>
                <c:pt idx="11">
                  <c:v>14108.8</c:v>
                </c:pt>
                <c:pt idx="12">
                  <c:v>12600.35</c:v>
                </c:pt>
                <c:pt idx="13">
                  <c:v>14678.5</c:v>
                </c:pt>
                <c:pt idx="14">
                  <c:v>15577.95</c:v>
                </c:pt>
                <c:pt idx="15">
                  <c:v>13619.65</c:v>
                </c:pt>
                <c:pt idx="16">
                  <c:v>11051.45</c:v>
                </c:pt>
                <c:pt idx="17">
                  <c:v>14148.75</c:v>
                </c:pt>
                <c:pt idx="18">
                  <c:v>15088.45</c:v>
                </c:pt>
                <c:pt idx="19">
                  <c:v>13569.25</c:v>
                </c:pt>
                <c:pt idx="20">
                  <c:v>13179.8</c:v>
                </c:pt>
                <c:pt idx="21">
                  <c:v>14119.15</c:v>
                </c:pt>
                <c:pt idx="22">
                  <c:v>14228.6</c:v>
                </c:pt>
                <c:pt idx="23">
                  <c:v>13299.65</c:v>
                </c:pt>
                <c:pt idx="24">
                  <c:v>8493.85</c:v>
                </c:pt>
                <c:pt idx="25">
                  <c:v>14229.55</c:v>
                </c:pt>
                <c:pt idx="26">
                  <c:v>11690.95</c:v>
                </c:pt>
                <c:pt idx="27">
                  <c:v>9762.3</c:v>
                </c:pt>
                <c:pt idx="28">
                  <c:v>12769.95</c:v>
                </c:pt>
                <c:pt idx="29">
                  <c:v>10671.55</c:v>
                </c:pt>
                <c:pt idx="30">
                  <c:v>9732.25</c:v>
                </c:pt>
                <c:pt idx="31">
                  <c:v>10291.85</c:v>
                </c:pt>
                <c:pt idx="32">
                  <c:v>8643.15</c:v>
                </c:pt>
                <c:pt idx="33">
                  <c:v>10561.55</c:v>
                </c:pt>
                <c:pt idx="34">
                  <c:v>10581.5</c:v>
                </c:pt>
                <c:pt idx="35">
                  <c:v>10911.3</c:v>
                </c:pt>
                <c:pt idx="36">
                  <c:v>11041.2</c:v>
                </c:pt>
                <c:pt idx="37">
                  <c:v>9272.55</c:v>
                </c:pt>
                <c:pt idx="38">
                  <c:v>9502.45</c:v>
                </c:pt>
                <c:pt idx="39">
                  <c:v>11500.9</c:v>
                </c:pt>
                <c:pt idx="40">
                  <c:v>10052.0</c:v>
                </c:pt>
                <c:pt idx="41">
                  <c:v>9992.15</c:v>
                </c:pt>
                <c:pt idx="42">
                  <c:v>9862.45</c:v>
                </c:pt>
                <c:pt idx="43">
                  <c:v>11810.65</c:v>
                </c:pt>
                <c:pt idx="44">
                  <c:v>10501.65</c:v>
                </c:pt>
                <c:pt idx="45">
                  <c:v>9722.25</c:v>
                </c:pt>
                <c:pt idx="46">
                  <c:v>11201.05</c:v>
                </c:pt>
                <c:pt idx="47">
                  <c:v>9712.2</c:v>
                </c:pt>
                <c:pt idx="48">
                  <c:v>12110.45</c:v>
                </c:pt>
                <c:pt idx="49">
                  <c:v>10231.9</c:v>
                </c:pt>
                <c:pt idx="50">
                  <c:v>10261.8</c:v>
                </c:pt>
                <c:pt idx="51">
                  <c:v>9552.3</c:v>
                </c:pt>
                <c:pt idx="52">
                  <c:v>10081.95</c:v>
                </c:pt>
                <c:pt idx="53">
                  <c:v>8223.45</c:v>
                </c:pt>
                <c:pt idx="54">
                  <c:v>8862.95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 Sales</c:v>
                </c:pt>
              </c:strCache>
            </c:strRef>
          </c:tx>
          <c:spPr>
            <a:ln w="19050">
              <a:solidFill>
                <a:srgbClr val="00A8E1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W50</c:v>
                </c:pt>
                <c:pt idx="1">
                  <c:v>W51</c:v>
                </c:pt>
                <c:pt idx="2">
                  <c:v>W52</c:v>
                </c:pt>
                <c:pt idx="3">
                  <c:v>W01</c:v>
                </c:pt>
                <c:pt idx="4">
                  <c:v>W02</c:v>
                </c:pt>
                <c:pt idx="5">
                  <c:v>W03</c:v>
                </c:pt>
                <c:pt idx="6">
                  <c:v>W04</c:v>
                </c:pt>
                <c:pt idx="7">
                  <c:v>W05</c:v>
                </c:pt>
                <c:pt idx="8">
                  <c:v>W06</c:v>
                </c:pt>
                <c:pt idx="9">
                  <c:v>W07</c:v>
                </c:pt>
                <c:pt idx="10">
                  <c:v>W08</c:v>
                </c:pt>
                <c:pt idx="11">
                  <c:v>W09</c:v>
                </c:pt>
                <c:pt idx="12">
                  <c:v>W10</c:v>
                </c:pt>
                <c:pt idx="13">
                  <c:v>W11</c:v>
                </c:pt>
                <c:pt idx="14">
                  <c:v>W12</c:v>
                </c:pt>
                <c:pt idx="15">
                  <c:v>W13</c:v>
                </c:pt>
                <c:pt idx="16">
                  <c:v>W14</c:v>
                </c:pt>
                <c:pt idx="17">
                  <c:v>W15</c:v>
                </c:pt>
                <c:pt idx="18">
                  <c:v>W16</c:v>
                </c:pt>
                <c:pt idx="19">
                  <c:v>W17</c:v>
                </c:pt>
                <c:pt idx="20">
                  <c:v>W18</c:v>
                </c:pt>
                <c:pt idx="21">
                  <c:v>W19</c:v>
                </c:pt>
                <c:pt idx="22">
                  <c:v>W20</c:v>
                </c:pt>
                <c:pt idx="23">
                  <c:v>W21</c:v>
                </c:pt>
                <c:pt idx="24">
                  <c:v>W22</c:v>
                </c:pt>
                <c:pt idx="25">
                  <c:v>W23</c:v>
                </c:pt>
                <c:pt idx="26">
                  <c:v>W24</c:v>
                </c:pt>
                <c:pt idx="27">
                  <c:v>W25</c:v>
                </c:pt>
                <c:pt idx="28">
                  <c:v>W26</c:v>
                </c:pt>
                <c:pt idx="29">
                  <c:v>W27</c:v>
                </c:pt>
                <c:pt idx="30">
                  <c:v>W28</c:v>
                </c:pt>
                <c:pt idx="31">
                  <c:v>W29</c:v>
                </c:pt>
                <c:pt idx="32">
                  <c:v>W30</c:v>
                </c:pt>
                <c:pt idx="33">
                  <c:v>W31</c:v>
                </c:pt>
                <c:pt idx="34">
                  <c:v>W32</c:v>
                </c:pt>
                <c:pt idx="35">
                  <c:v>W33</c:v>
                </c:pt>
                <c:pt idx="36">
                  <c:v>W34</c:v>
                </c:pt>
                <c:pt idx="37">
                  <c:v>W35</c:v>
                </c:pt>
                <c:pt idx="38">
                  <c:v>W36</c:v>
                </c:pt>
                <c:pt idx="39">
                  <c:v>W37</c:v>
                </c:pt>
                <c:pt idx="40">
                  <c:v>W38</c:v>
                </c:pt>
                <c:pt idx="41">
                  <c:v>W39</c:v>
                </c:pt>
                <c:pt idx="42">
                  <c:v>W40</c:v>
                </c:pt>
                <c:pt idx="43">
                  <c:v>W41</c:v>
                </c:pt>
                <c:pt idx="44">
                  <c:v>W42</c:v>
                </c:pt>
                <c:pt idx="45">
                  <c:v>W43</c:v>
                </c:pt>
                <c:pt idx="46">
                  <c:v>W44</c:v>
                </c:pt>
                <c:pt idx="47">
                  <c:v>W45</c:v>
                </c:pt>
                <c:pt idx="48">
                  <c:v>W46</c:v>
                </c:pt>
                <c:pt idx="49">
                  <c:v>W47</c:v>
                </c:pt>
                <c:pt idx="50">
                  <c:v>W48</c:v>
                </c:pt>
                <c:pt idx="51">
                  <c:v>W49</c:v>
                </c:pt>
                <c:pt idx="52">
                  <c:v>W50</c:v>
                </c:pt>
                <c:pt idx="53">
                  <c:v>W51</c:v>
                </c:pt>
                <c:pt idx="54">
                  <c:v>W52</c:v>
                </c:pt>
              </c:strCache>
            </c:strRef>
          </c:cat>
          <c:val>
            <c:numRef>
              <c:f>Sheet1!$C$2:$C$56</c:f>
              <c:numCache>
                <c:formatCode>General</c:formatCode>
                <c:ptCount val="55"/>
                <c:pt idx="0">
                  <c:v>4371.6</c:v>
                </c:pt>
                <c:pt idx="1">
                  <c:v>3487.2</c:v>
                </c:pt>
                <c:pt idx="2">
                  <c:v>5056.2</c:v>
                </c:pt>
                <c:pt idx="3">
                  <c:v>4683.4</c:v>
                </c:pt>
                <c:pt idx="4">
                  <c:v>4826.4</c:v>
                </c:pt>
                <c:pt idx="5">
                  <c:v>4017.0</c:v>
                </c:pt>
                <c:pt idx="6">
                  <c:v>3996.9</c:v>
                </c:pt>
                <c:pt idx="7">
                  <c:v>4876.35</c:v>
                </c:pt>
                <c:pt idx="8">
                  <c:v>4076.85</c:v>
                </c:pt>
                <c:pt idx="9">
                  <c:v>4196.85</c:v>
                </c:pt>
                <c:pt idx="10">
                  <c:v>3657.05</c:v>
                </c:pt>
                <c:pt idx="11">
                  <c:v>5905.4</c:v>
                </c:pt>
                <c:pt idx="12">
                  <c:v>3647.25</c:v>
                </c:pt>
                <c:pt idx="13">
                  <c:v>4966.0</c:v>
                </c:pt>
                <c:pt idx="14">
                  <c:v>4411.6</c:v>
                </c:pt>
                <c:pt idx="15">
                  <c:v>4406.6</c:v>
                </c:pt>
                <c:pt idx="16">
                  <c:v>3117.8</c:v>
                </c:pt>
                <c:pt idx="17">
                  <c:v>3347.45</c:v>
                </c:pt>
                <c:pt idx="18">
                  <c:v>4176.8</c:v>
                </c:pt>
                <c:pt idx="19">
                  <c:v>4156.65</c:v>
                </c:pt>
                <c:pt idx="20">
                  <c:v>3816.95</c:v>
                </c:pt>
                <c:pt idx="21">
                  <c:v>4256.85</c:v>
                </c:pt>
                <c:pt idx="22">
                  <c:v>4196.55</c:v>
                </c:pt>
                <c:pt idx="23">
                  <c:v>3337.55</c:v>
                </c:pt>
                <c:pt idx="24">
                  <c:v>3487.6</c:v>
                </c:pt>
                <c:pt idx="25">
                  <c:v>3327.7</c:v>
                </c:pt>
                <c:pt idx="26">
                  <c:v>2438.1</c:v>
                </c:pt>
                <c:pt idx="27">
                  <c:v>3057.6</c:v>
                </c:pt>
                <c:pt idx="28">
                  <c:v>4496.4</c:v>
                </c:pt>
                <c:pt idx="29">
                  <c:v>3697.05</c:v>
                </c:pt>
                <c:pt idx="30">
                  <c:v>2792.8</c:v>
                </c:pt>
                <c:pt idx="31">
                  <c:v>3147.45</c:v>
                </c:pt>
                <c:pt idx="32">
                  <c:v>2218.2</c:v>
                </c:pt>
                <c:pt idx="33">
                  <c:v>2667.85</c:v>
                </c:pt>
                <c:pt idx="34">
                  <c:v>2917.7</c:v>
                </c:pt>
                <c:pt idx="35">
                  <c:v>3107.5</c:v>
                </c:pt>
                <c:pt idx="36">
                  <c:v>3207.45</c:v>
                </c:pt>
                <c:pt idx="37">
                  <c:v>3057.5</c:v>
                </c:pt>
                <c:pt idx="38">
                  <c:v>2677.85</c:v>
                </c:pt>
                <c:pt idx="39">
                  <c:v>2917.7</c:v>
                </c:pt>
                <c:pt idx="40">
                  <c:v>3467.2</c:v>
                </c:pt>
                <c:pt idx="41">
                  <c:v>3876.95</c:v>
                </c:pt>
                <c:pt idx="42">
                  <c:v>3147.65</c:v>
                </c:pt>
                <c:pt idx="43">
                  <c:v>3322.4</c:v>
                </c:pt>
                <c:pt idx="44">
                  <c:v>3786.95</c:v>
                </c:pt>
                <c:pt idx="45">
                  <c:v>3052.6</c:v>
                </c:pt>
                <c:pt idx="46">
                  <c:v>3906.85</c:v>
                </c:pt>
                <c:pt idx="47">
                  <c:v>2867.7</c:v>
                </c:pt>
                <c:pt idx="48">
                  <c:v>4676.25</c:v>
                </c:pt>
                <c:pt idx="49">
                  <c:v>3946.85</c:v>
                </c:pt>
                <c:pt idx="50">
                  <c:v>3397.2</c:v>
                </c:pt>
                <c:pt idx="51">
                  <c:v>3287.3</c:v>
                </c:pt>
                <c:pt idx="52">
                  <c:v>2308.15</c:v>
                </c:pt>
                <c:pt idx="53">
                  <c:v>2657.85</c:v>
                </c:pt>
                <c:pt idx="54">
                  <c:v>2907.7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9CA3A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9CA3AF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800">
              <a:solidFill>
                <a:srgbClr val="FFFFFF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19050">
              <a:solidFill>
                <a:srgbClr val="FF9900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W50</c:v>
                </c:pt>
                <c:pt idx="1">
                  <c:v>W51</c:v>
                </c:pt>
                <c:pt idx="2">
                  <c:v>W52</c:v>
                </c:pt>
                <c:pt idx="3">
                  <c:v>W01</c:v>
                </c:pt>
                <c:pt idx="4">
                  <c:v>W02</c:v>
                </c:pt>
                <c:pt idx="5">
                  <c:v>W03</c:v>
                </c:pt>
                <c:pt idx="6">
                  <c:v>W04</c:v>
                </c:pt>
                <c:pt idx="7">
                  <c:v>W05</c:v>
                </c:pt>
                <c:pt idx="8">
                  <c:v>W06</c:v>
                </c:pt>
                <c:pt idx="9">
                  <c:v>W07</c:v>
                </c:pt>
                <c:pt idx="10">
                  <c:v>W08</c:v>
                </c:pt>
                <c:pt idx="11">
                  <c:v>W09</c:v>
                </c:pt>
                <c:pt idx="12">
                  <c:v>W10</c:v>
                </c:pt>
                <c:pt idx="13">
                  <c:v>W11</c:v>
                </c:pt>
                <c:pt idx="14">
                  <c:v>W12</c:v>
                </c:pt>
                <c:pt idx="15">
                  <c:v>W13</c:v>
                </c:pt>
                <c:pt idx="16">
                  <c:v>W14</c:v>
                </c:pt>
                <c:pt idx="17">
                  <c:v>W15</c:v>
                </c:pt>
                <c:pt idx="18">
                  <c:v>W16</c:v>
                </c:pt>
                <c:pt idx="19">
                  <c:v>W17</c:v>
                </c:pt>
                <c:pt idx="20">
                  <c:v>W18</c:v>
                </c:pt>
                <c:pt idx="21">
                  <c:v>W19</c:v>
                </c:pt>
                <c:pt idx="22">
                  <c:v>W20</c:v>
                </c:pt>
                <c:pt idx="23">
                  <c:v>W21</c:v>
                </c:pt>
                <c:pt idx="24">
                  <c:v>W22</c:v>
                </c:pt>
                <c:pt idx="25">
                  <c:v>W23</c:v>
                </c:pt>
                <c:pt idx="26">
                  <c:v>W24</c:v>
                </c:pt>
                <c:pt idx="27">
                  <c:v>W25</c:v>
                </c:pt>
                <c:pt idx="28">
                  <c:v>W26</c:v>
                </c:pt>
                <c:pt idx="29">
                  <c:v>W27</c:v>
                </c:pt>
                <c:pt idx="30">
                  <c:v>W28</c:v>
                </c:pt>
                <c:pt idx="31">
                  <c:v>W29</c:v>
                </c:pt>
                <c:pt idx="32">
                  <c:v>W30</c:v>
                </c:pt>
                <c:pt idx="33">
                  <c:v>W31</c:v>
                </c:pt>
                <c:pt idx="34">
                  <c:v>W32</c:v>
                </c:pt>
                <c:pt idx="35">
                  <c:v>W33</c:v>
                </c:pt>
                <c:pt idx="36">
                  <c:v>W34</c:v>
                </c:pt>
                <c:pt idx="37">
                  <c:v>W35</c:v>
                </c:pt>
                <c:pt idx="38">
                  <c:v>W36</c:v>
                </c:pt>
                <c:pt idx="39">
                  <c:v>W37</c:v>
                </c:pt>
                <c:pt idx="40">
                  <c:v>W38</c:v>
                </c:pt>
                <c:pt idx="41">
                  <c:v>W39</c:v>
                </c:pt>
                <c:pt idx="42">
                  <c:v>W40</c:v>
                </c:pt>
                <c:pt idx="43">
                  <c:v>W41</c:v>
                </c:pt>
                <c:pt idx="44">
                  <c:v>W42</c:v>
                </c:pt>
                <c:pt idx="45">
                  <c:v>W43</c:v>
                </c:pt>
                <c:pt idx="46">
                  <c:v>W44</c:v>
                </c:pt>
                <c:pt idx="47">
                  <c:v>W45</c:v>
                </c:pt>
                <c:pt idx="48">
                  <c:v>W46</c:v>
                </c:pt>
                <c:pt idx="49">
                  <c:v>W47</c:v>
                </c:pt>
                <c:pt idx="50">
                  <c:v>W48</c:v>
                </c:pt>
                <c:pt idx="51">
                  <c:v>W49</c:v>
                </c:pt>
                <c:pt idx="52">
                  <c:v>W50</c:v>
                </c:pt>
                <c:pt idx="53">
                  <c:v>W51</c:v>
                </c:pt>
                <c:pt idx="54">
                  <c:v>W52</c:v>
                </c:pt>
              </c:strCache>
            </c: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13598.13</c:v>
                </c:pt>
                <c:pt idx="1">
                  <c:v>10387.44</c:v>
                </c:pt>
                <c:pt idx="2">
                  <c:v>10854.18</c:v>
                </c:pt>
                <c:pt idx="3">
                  <c:v>15291.29</c:v>
                </c:pt>
                <c:pt idx="4">
                  <c:v>12484.1</c:v>
                </c:pt>
                <c:pt idx="5">
                  <c:v>11645.91</c:v>
                </c:pt>
                <c:pt idx="6">
                  <c:v>11252.14</c:v>
                </c:pt>
                <c:pt idx="7">
                  <c:v>9723.42</c:v>
                </c:pt>
                <c:pt idx="8">
                  <c:v>11487.94</c:v>
                </c:pt>
                <c:pt idx="9">
                  <c:v>11061.2</c:v>
                </c:pt>
                <c:pt idx="10">
                  <c:v>12242.43</c:v>
                </c:pt>
                <c:pt idx="11">
                  <c:v>10879.5</c:v>
                </c:pt>
                <c:pt idx="12">
                  <c:v>13137.39</c:v>
                </c:pt>
                <c:pt idx="13">
                  <c:v>9436.38</c:v>
                </c:pt>
                <c:pt idx="14">
                  <c:v>9547.37</c:v>
                </c:pt>
                <c:pt idx="15">
                  <c:v>11978.36</c:v>
                </c:pt>
                <c:pt idx="16">
                  <c:v>12649.75</c:v>
                </c:pt>
                <c:pt idx="17">
                  <c:v>10561.5</c:v>
                </c:pt>
                <c:pt idx="18">
                  <c:v>11840.55</c:v>
                </c:pt>
                <c:pt idx="19">
                  <c:v>11490.7</c:v>
                </c:pt>
                <c:pt idx="20">
                  <c:v>11141.05</c:v>
                </c:pt>
                <c:pt idx="21">
                  <c:v>12130.15</c:v>
                </c:pt>
                <c:pt idx="22">
                  <c:v>12989.45</c:v>
                </c:pt>
                <c:pt idx="23">
                  <c:v>12080.25</c:v>
                </c:pt>
                <c:pt idx="24">
                  <c:v>10471.65</c:v>
                </c:pt>
                <c:pt idx="25">
                  <c:v>12420.05</c:v>
                </c:pt>
                <c:pt idx="26">
                  <c:v>12030.35</c:v>
                </c:pt>
                <c:pt idx="27">
                  <c:v>12457.96</c:v>
                </c:pt>
                <c:pt idx="28">
                  <c:v>11051.05</c:v>
                </c:pt>
                <c:pt idx="29">
                  <c:v>12989.5</c:v>
                </c:pt>
                <c:pt idx="30">
                  <c:v>11180.9</c:v>
                </c:pt>
                <c:pt idx="31">
                  <c:v>11190.95</c:v>
                </c:pt>
                <c:pt idx="32">
                  <c:v>10101.85</c:v>
                </c:pt>
                <c:pt idx="33">
                  <c:v>11600.7</c:v>
                </c:pt>
                <c:pt idx="34">
                  <c:v>10611.4</c:v>
                </c:pt>
                <c:pt idx="35">
                  <c:v>11440.8</c:v>
                </c:pt>
                <c:pt idx="36">
                  <c:v>10851.2</c:v>
                </c:pt>
                <c:pt idx="37">
                  <c:v>11291.0</c:v>
                </c:pt>
                <c:pt idx="38">
                  <c:v>8932.8</c:v>
                </c:pt>
                <c:pt idx="39">
                  <c:v>10581.45</c:v>
                </c:pt>
                <c:pt idx="40">
                  <c:v>9382.45</c:v>
                </c:pt>
                <c:pt idx="41">
                  <c:v>10711.4</c:v>
                </c:pt>
                <c:pt idx="42">
                  <c:v>10011.95</c:v>
                </c:pt>
                <c:pt idx="43">
                  <c:v>8783.9</c:v>
                </c:pt>
                <c:pt idx="44">
                  <c:v>10171.8</c:v>
                </c:pt>
                <c:pt idx="45">
                  <c:v>9483.4</c:v>
                </c:pt>
                <c:pt idx="46">
                  <c:v>10011.95</c:v>
                </c:pt>
                <c:pt idx="47">
                  <c:v>8992.7</c:v>
                </c:pt>
                <c:pt idx="48">
                  <c:v>9662.2</c:v>
                </c:pt>
                <c:pt idx="49">
                  <c:v>7983.55</c:v>
                </c:pt>
                <c:pt idx="50">
                  <c:v>9841.6</c:v>
                </c:pt>
                <c:pt idx="51">
                  <c:v>8832.8</c:v>
                </c:pt>
                <c:pt idx="52">
                  <c:v>9382.4</c:v>
                </c:pt>
                <c:pt idx="53">
                  <c:v>8962.8</c:v>
                </c:pt>
                <c:pt idx="54">
                  <c:v>9462.3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 Sales</c:v>
                </c:pt>
              </c:strCache>
            </c:strRef>
          </c:tx>
          <c:spPr>
            <a:ln w="19050">
              <a:solidFill>
                <a:srgbClr val="00A8E1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W50</c:v>
                </c:pt>
                <c:pt idx="1">
                  <c:v>W51</c:v>
                </c:pt>
                <c:pt idx="2">
                  <c:v>W52</c:v>
                </c:pt>
                <c:pt idx="3">
                  <c:v>W01</c:v>
                </c:pt>
                <c:pt idx="4">
                  <c:v>W02</c:v>
                </c:pt>
                <c:pt idx="5">
                  <c:v>W03</c:v>
                </c:pt>
                <c:pt idx="6">
                  <c:v>W04</c:v>
                </c:pt>
                <c:pt idx="7">
                  <c:v>W05</c:v>
                </c:pt>
                <c:pt idx="8">
                  <c:v>W06</c:v>
                </c:pt>
                <c:pt idx="9">
                  <c:v>W07</c:v>
                </c:pt>
                <c:pt idx="10">
                  <c:v>W08</c:v>
                </c:pt>
                <c:pt idx="11">
                  <c:v>W09</c:v>
                </c:pt>
                <c:pt idx="12">
                  <c:v>W10</c:v>
                </c:pt>
                <c:pt idx="13">
                  <c:v>W11</c:v>
                </c:pt>
                <c:pt idx="14">
                  <c:v>W12</c:v>
                </c:pt>
                <c:pt idx="15">
                  <c:v>W13</c:v>
                </c:pt>
                <c:pt idx="16">
                  <c:v>W14</c:v>
                </c:pt>
                <c:pt idx="17">
                  <c:v>W15</c:v>
                </c:pt>
                <c:pt idx="18">
                  <c:v>W16</c:v>
                </c:pt>
                <c:pt idx="19">
                  <c:v>W17</c:v>
                </c:pt>
                <c:pt idx="20">
                  <c:v>W18</c:v>
                </c:pt>
                <c:pt idx="21">
                  <c:v>W19</c:v>
                </c:pt>
                <c:pt idx="22">
                  <c:v>W20</c:v>
                </c:pt>
                <c:pt idx="23">
                  <c:v>W21</c:v>
                </c:pt>
                <c:pt idx="24">
                  <c:v>W22</c:v>
                </c:pt>
                <c:pt idx="25">
                  <c:v>W23</c:v>
                </c:pt>
                <c:pt idx="26">
                  <c:v>W24</c:v>
                </c:pt>
                <c:pt idx="27">
                  <c:v>W25</c:v>
                </c:pt>
                <c:pt idx="28">
                  <c:v>W26</c:v>
                </c:pt>
                <c:pt idx="29">
                  <c:v>W27</c:v>
                </c:pt>
                <c:pt idx="30">
                  <c:v>W28</c:v>
                </c:pt>
                <c:pt idx="31">
                  <c:v>W29</c:v>
                </c:pt>
                <c:pt idx="32">
                  <c:v>W30</c:v>
                </c:pt>
                <c:pt idx="33">
                  <c:v>W31</c:v>
                </c:pt>
                <c:pt idx="34">
                  <c:v>W32</c:v>
                </c:pt>
                <c:pt idx="35">
                  <c:v>W33</c:v>
                </c:pt>
                <c:pt idx="36">
                  <c:v>W34</c:v>
                </c:pt>
                <c:pt idx="37">
                  <c:v>W35</c:v>
                </c:pt>
                <c:pt idx="38">
                  <c:v>W36</c:v>
                </c:pt>
                <c:pt idx="39">
                  <c:v>W37</c:v>
                </c:pt>
                <c:pt idx="40">
                  <c:v>W38</c:v>
                </c:pt>
                <c:pt idx="41">
                  <c:v>W39</c:v>
                </c:pt>
                <c:pt idx="42">
                  <c:v>W40</c:v>
                </c:pt>
                <c:pt idx="43">
                  <c:v>W41</c:v>
                </c:pt>
                <c:pt idx="44">
                  <c:v>W42</c:v>
                </c:pt>
                <c:pt idx="45">
                  <c:v>W43</c:v>
                </c:pt>
                <c:pt idx="46">
                  <c:v>W44</c:v>
                </c:pt>
                <c:pt idx="47">
                  <c:v>W45</c:v>
                </c:pt>
                <c:pt idx="48">
                  <c:v>W46</c:v>
                </c:pt>
                <c:pt idx="49">
                  <c:v>W47</c:v>
                </c:pt>
                <c:pt idx="50">
                  <c:v>W48</c:v>
                </c:pt>
                <c:pt idx="51">
                  <c:v>W49</c:v>
                </c:pt>
                <c:pt idx="52">
                  <c:v>W50</c:v>
                </c:pt>
                <c:pt idx="53">
                  <c:v>W51</c:v>
                </c:pt>
                <c:pt idx="54">
                  <c:v>W52</c:v>
                </c:pt>
              </c:strCache>
            </c:strRef>
          </c:cat>
          <c:val>
            <c:numRef>
              <c:f>Sheet1!$C$2:$C$56</c:f>
              <c:numCache>
                <c:formatCode>General</c:formatCode>
                <c:ptCount val="55"/>
                <c:pt idx="0">
                  <c:v>4588.39</c:v>
                </c:pt>
                <c:pt idx="1">
                  <c:v>5670.95</c:v>
                </c:pt>
                <c:pt idx="2">
                  <c:v>3951.17</c:v>
                </c:pt>
                <c:pt idx="3">
                  <c:v>5665.75</c:v>
                </c:pt>
                <c:pt idx="4">
                  <c:v>3355.44</c:v>
                </c:pt>
                <c:pt idx="5">
                  <c:v>3722.15</c:v>
                </c:pt>
                <c:pt idx="6">
                  <c:v>2791.86</c:v>
                </c:pt>
                <c:pt idx="7">
                  <c:v>2902.7</c:v>
                </c:pt>
                <c:pt idx="8">
                  <c:v>2738.88</c:v>
                </c:pt>
                <c:pt idx="9">
                  <c:v>3594.28</c:v>
                </c:pt>
                <c:pt idx="10">
                  <c:v>4626.49</c:v>
                </c:pt>
                <c:pt idx="11">
                  <c:v>2991.64</c:v>
                </c:pt>
                <c:pt idx="12">
                  <c:v>5254.77</c:v>
                </c:pt>
                <c:pt idx="13">
                  <c:v>3457.2</c:v>
                </c:pt>
                <c:pt idx="14">
                  <c:v>3025.59</c:v>
                </c:pt>
                <c:pt idx="15">
                  <c:v>3317.35</c:v>
                </c:pt>
                <c:pt idx="16">
                  <c:v>3577.15</c:v>
                </c:pt>
                <c:pt idx="17">
                  <c:v>3004.65</c:v>
                </c:pt>
                <c:pt idx="18">
                  <c:v>3512.2</c:v>
                </c:pt>
                <c:pt idx="19">
                  <c:v>3294.45</c:v>
                </c:pt>
                <c:pt idx="20">
                  <c:v>3267.35</c:v>
                </c:pt>
                <c:pt idx="21">
                  <c:v>4863.2</c:v>
                </c:pt>
                <c:pt idx="22">
                  <c:v>4448.45</c:v>
                </c:pt>
                <c:pt idx="23">
                  <c:v>4233.65</c:v>
                </c:pt>
                <c:pt idx="24">
                  <c:v>3694.15</c:v>
                </c:pt>
                <c:pt idx="25">
                  <c:v>4198.75</c:v>
                </c:pt>
                <c:pt idx="26">
                  <c:v>4118.75</c:v>
                </c:pt>
                <c:pt idx="27">
                  <c:v>3782.0</c:v>
                </c:pt>
                <c:pt idx="28">
                  <c:v>4371.5</c:v>
                </c:pt>
                <c:pt idx="29">
                  <c:v>4206.65</c:v>
                </c:pt>
                <c:pt idx="30">
                  <c:v>3961.85</c:v>
                </c:pt>
                <c:pt idx="31">
                  <c:v>3786.9</c:v>
                </c:pt>
                <c:pt idx="32">
                  <c:v>3037.5</c:v>
                </c:pt>
                <c:pt idx="33">
                  <c:v>3712.05</c:v>
                </c:pt>
                <c:pt idx="34">
                  <c:v>3057.5</c:v>
                </c:pt>
                <c:pt idx="35">
                  <c:v>4416.45</c:v>
                </c:pt>
                <c:pt idx="36">
                  <c:v>3916.9</c:v>
                </c:pt>
                <c:pt idx="37">
                  <c:v>3067.7</c:v>
                </c:pt>
                <c:pt idx="38">
                  <c:v>2518.05</c:v>
                </c:pt>
                <c:pt idx="39">
                  <c:v>2113.3</c:v>
                </c:pt>
                <c:pt idx="40">
                  <c:v>2555.0</c:v>
                </c:pt>
                <c:pt idx="41">
                  <c:v>2819.8</c:v>
                </c:pt>
                <c:pt idx="42">
                  <c:v>3467.25</c:v>
                </c:pt>
                <c:pt idx="43">
                  <c:v>2618.85</c:v>
                </c:pt>
                <c:pt idx="44">
                  <c:v>3147.45</c:v>
                </c:pt>
                <c:pt idx="45">
                  <c:v>2697.95</c:v>
                </c:pt>
                <c:pt idx="46">
                  <c:v>2852.85</c:v>
                </c:pt>
                <c:pt idx="47">
                  <c:v>2662.95</c:v>
                </c:pt>
                <c:pt idx="48">
                  <c:v>2568.0</c:v>
                </c:pt>
                <c:pt idx="49">
                  <c:v>2243.2</c:v>
                </c:pt>
                <c:pt idx="50">
                  <c:v>2737.3</c:v>
                </c:pt>
                <c:pt idx="51">
                  <c:v>2258.15</c:v>
                </c:pt>
                <c:pt idx="52">
                  <c:v>3472.3</c:v>
                </c:pt>
                <c:pt idx="53">
                  <c:v>2932.65</c:v>
                </c:pt>
                <c:pt idx="54">
                  <c:v>3547.05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9CA3A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9CA3AF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800">
              <a:solidFill>
                <a:srgbClr val="FFFFFF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Ideal Living x Amazon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9900"/>
                </a:solidFill>
              </a:defRPr>
            </a:pPr>
            <a:r>
              <a:t>2025 Full Year Performance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Amazon Advertising  |  Ad-Driven vs Organic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Full Year 2025 (Weeks 1–53)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A8E1"/>
                </a:solidFill>
              </a:defRPr>
            </a:pPr>
            <a:r>
              <a:t>AMAZON SPONSORED 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Overall Performance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3200400"/>
              </a:tblGrid>
              <a:tr h="34913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$3,193,483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Across 10 brands, 55 weeks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Total Units Sold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52,865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47,782 orders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Ad-Driven Revenue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$991,694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31.1% of total revenue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Organic Revenue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$2,201,141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68.9% of total revenue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Total Ad Spend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$426,781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TACoS: 13.4%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2.32x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$2.32 ad revenue per $1 spend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43.0%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Ad spend as % of ad revenue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Sessions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240,967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Avg 4,381/week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Conversion Rate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19.8%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Orders / Sessions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91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44,708,551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Avg 812,883/week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Full year: $3,193,483 revenue from 52,865 units across 55 weeks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Organic revenue ($2,201,141, 68.9%) far exceeds ad-driven ($991,694, 31.1%)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ROAS of 2.32x with 13.4% TACoS — ads augment strong organic demand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Avg weekly revenue: $58,063, avg weekly spend: $7,760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Ad-Driven vs Organic Revenue — Total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7772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Ad-Driven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Organic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 Ad-Driven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14,785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38,080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52,865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28.0%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Revenue ($)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$991,694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$2,201,141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$3,193,483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31.1%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Ad Spend ($)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$426,781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$426,781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2.32x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2.32x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43.0%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43.0%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TACoS of 13.4% — ad spend is a small, efficient portion of total revenue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Organic revenue (68.9%) demonstrates strong brand equity and repeat purchasing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Every $1 of ad spend generates $2.32 in attributed ad revenue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The ~69/31 organic-to-ad split shows ads complement rather than sustain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Performance by Brand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79552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05840"/>
                <a:gridCol w="731520"/>
                <a:gridCol w="914400"/>
                <a:gridCol w="914400"/>
                <a:gridCol w="1005840"/>
                <a:gridCol w="731520"/>
                <a:gridCol w="73152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Sales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Organic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TACoS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Prosvent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$1,777,284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29,956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$244,591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$565,908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$1,211,376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2.31x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13.8%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Better Bladder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$658,094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9,956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$80,854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$200,815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$457,279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2.48x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40.3%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Ideal Prostate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$600,771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9,369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$80,198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$192,396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$408,375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2.40x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Cebria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$53,253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1,451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$6,868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$8,526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$44,727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1.24x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80.6%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Grown American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$44,158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1,052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$4,222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$12,983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$31,105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3.08x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9.6%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Profemin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$28,904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528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$3,609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$3,187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$25,717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0.88x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113.2%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BeFlexible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$17,597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252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$687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$690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$16,418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99.7%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3.9%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AromaTru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$12,614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$5,709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$7,129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$5,396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1.25x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80.1%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45.3%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Perfect Omega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$809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$43.89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$59.90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$749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1.36x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73.3%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5.4%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Prosvent dominates at $1,777,284 (55.7% of total)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Top 3 brands represent 95.1% of total revenue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Grown American has highest ROAS at 3.08x — most efficient ad spend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BeFlexible and Perfect Omega run with minimal ad budgets and strong organic bases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Ad-Driven vs Organic Revenue by Brand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7132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731520"/>
                <a:gridCol w="73152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Revenue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Organic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 Ad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 Organic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Profile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Prosvent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$1,777,284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$565,908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$1,211,376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31.8%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68.2%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Better Bladder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$658,094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$200,815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$457,279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30.5%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69.5%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Ideal Prostate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$600,771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$192,396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$408,375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32.0%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68.0%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Cebria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$53,253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$8,526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$44,727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16.0%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84.0%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Organic-Led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Grown American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$44,158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$12,983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$31,105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29.4%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70.4%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Profemin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$28,904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$3,187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$25,717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11.0%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89.0%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Organic-Led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BeFlexible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$17,597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$690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$16,418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3.9%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93.3%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Organic-Led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AromaTru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$12,614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$7,129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$5,396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56.5%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42.8%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Ad-Heavy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Perfect Omega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$809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$59.90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$749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7.4%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92.6%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Organic-Led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Most brands are Organic-Led (65-93% organic) — strong underlying demand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AromaTru is the only Ad-Heavy brand (56.5% ad revenue) — newer product building awareness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Core brands (Prosvent, Better Bladder, Ideal Prostate) maintain ~30% ad / ~70% organic balance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Opportunity: modest ad support for high-organic brands could accelerate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Weekly Trends — Revenue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05840"/>
          <a:ext cx="8229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Peak revenue: 2025 - Week 1 at $75,479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Low revenue: Previous Week at $43,849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Q1 avg $69,356/wk vs Q4 avg $49,674/wk — gradual decline through the year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Organic revenue consistently 60-70% of total, providing a stable revenue floor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Weekly Trends — Ad Spend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05840"/>
          <a:ext cx="8229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Total ad spend: $426,781 across 55 weeks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Average weekly spend: $7,760 (range: $6,156 – $10,279)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Peak spend: 2025 - Week 8 at $10,279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Spend consistent at $6K-$10K/wk with slight Q4 holiday uptick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Weekly Trends — ROAS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05840"/>
          <a:ext cx="8229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Average weekly ROAS: 2.34x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ROAS range: 1.73x – 3.13x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Q1 ROAS averaged ~2.5x vs Q4 ~2.0x — declining efficiency as traffic softened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ROAS remained profitable (&gt;1.7x) throughout the entire year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Revenue &amp; Ad Spend Distribution by 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Revenue by Brand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097280"/>
          <a:ext cx="4114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0" y="8229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Ad Spend by Brand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0" y="1097280"/>
          <a:ext cx="41148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Prosvent dominates revenue (55.7%) and ad spend (57.3%)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Top 3 brands account for 95.1% of revenue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Revenue and spend distributions are well-aligned — no brand over-spending vs revenue share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Long tail brands (Cebria, BeFlexible, Perfect Omega) contribute &lt;2% each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Brand Efficiency — ROAS, ACoS &amp; TACoS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7589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05840"/>
                <a:gridCol w="1005840"/>
                <a:gridCol w="822960"/>
                <a:gridCol w="822960"/>
                <a:gridCol w="822960"/>
                <a:gridCol w="1188720"/>
                <a:gridCol w="6400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Sales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TACoS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Prosvent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$244,591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$565,908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2.31x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13.8%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21,013,243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★★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Better Bladder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$80,854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$200,815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2.48x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40.3%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7,652,320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★★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Ideal Prostate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$80,198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$192,396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2.40x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11,245,716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★★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Cebria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$6,868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$8,526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1.24x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80.6%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2,067,657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Grown American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$4,222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$12,983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3.08x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9.6%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433,223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★★★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Profemin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$3,609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$3,187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0.88x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113.2%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619,074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▼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BeFlexible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$687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$690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99.7%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3.9%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91,974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AromaTru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$5,709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$7,129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1.25x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80.1%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45.3%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1,548,768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Perfect Omega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$43.89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$59.90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1.36x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73.3%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5.4%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36,576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Highest ROAS: Grown American at 3.08x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Lowest ROAS (meaningful spend): Profemin at 0.88x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Prosvent spends $244,591 but maintains 2.31x ROAS at scale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TACoS across portfolio is 3-45% — most brands well under 15%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Revenue vs Ad Spend by Brand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0584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Revenue-to-spend leverage is massive across all brands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Prosvent: $1,777,284 revenue on $244,591 spend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All brands generate positive revenue relative to their ad investment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Quarterly Performance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7589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97280"/>
                <a:gridCol w="731520"/>
                <a:gridCol w="914400"/>
                <a:gridCol w="1005840"/>
                <a:gridCol w="1005840"/>
                <a:gridCol w="73152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Quarter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Sales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Organic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TACoS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$880,958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14,650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$112,778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$271,224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$568,361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2.40x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41.6%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12.8%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$788,119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13,093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$101,588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$232,931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$512,430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2.29x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43.6%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$689,369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11,345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$89,130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$220,206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$432,995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2.47x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40.5%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$692,870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11,431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$101,210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$220,896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$471,974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2.18x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45.8%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14.6%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3017520"/>
          <a:ext cx="82296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Q1 strongest at $880,958 with 2.40x ROAS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Revenue declined 21.4% Q1→Q4 — seasonal demand pattern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ROAS: Q1 2.40x → Q4 2.18x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Sessions dropped ~40% Q1→Q4 — primary driver of revenue decline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Prosvent — Full Year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4114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$1,777,284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55.7% of portfolio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Units Sold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29,956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27,206 orders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Avg Selling Price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$59.33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$244,591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TACoS: 13.8%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Ad Revenue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$565,908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31.8% of revenue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Organic Revenue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$1,211,376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68.2% of revenue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ROAS / ACoS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2.31x / 43.2%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Sessions / Conv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108,087 / 25.2%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21,013,243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55 active weeks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754880" y="1005840"/>
          <a:ext cx="41148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Portfolio anchor — largest revenue and ad spend contributor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Strong organic base (68%) signals established loyalty and repeat buyers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ROAS of 2.31x at $245K spend proves scalability — room to push further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Recommend: test incremental 10-15% budget increases while monitoring ACoS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Better Bladder — Full Year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4114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$658,094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20.6% of portfolio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Units Sold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9,956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9,272 orders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Avg Selling Price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$66.10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$80,854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TACoS: 12.3%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Ad Revenue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$200,815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30.5% of revenue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Organic Revenue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$457,279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69.5% of revenue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ROAS / ACoS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2.48x / 40.3%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Sessions / Conv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65,052 / 14.3%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7,652,320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55 active weeks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754880" y="1005840"/>
          <a:ext cx="41148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#2 revenue brand with best ROAS of 2.48x among top spenders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70% organic revenue shows strong product-market fit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Efficient ad engine — $81K spend generating $201K ad revenue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Recommend: increase budget to capture more non-brand category traffic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Ideal Prostate — Full Year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4114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1A22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$600,771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18.8% of portfolio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Units Sold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9,369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8,405 orders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Avg Selling Price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$64.12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$80,198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TACoS: 13.3%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Ad Revenue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$192,396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32.0% of revenue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Organic Revenue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$408,375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68.0% of revenue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ROAS / ACoS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2.40x / 41.7%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Sessions / Conv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40,903 / 20.5%</a:t>
                      </a:r>
                    </a:p>
                  </a:txBody>
                  <a:tcPr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</a:p>
                  </a:txBody>
                  <a:tcPr>
                    <a:solidFill>
                      <a:srgbClr val="15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11,245,716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8EDF5"/>
                          </a:solidFill>
                        </a:defRPr>
                      </a:pPr>
                      <a:r>
                        <a:t>55 active weeks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754880" y="1005840"/>
          <a:ext cx="41148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#3 revenue brand, closely trailing Better Bladder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ROAS of 2.40x at $80K spend — efficient and scalable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Category overlap with Prosvent creates cross-sell opportunities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E8EDF5"/>
                </a:solidFill>
              </a:rPr>
              <a:t>• Recommend: leverage Prosvent audience data for targeted campaigns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2026 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Scale Prosvent &amp; High-ROAS Brands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5272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E8EDF5"/>
                </a:solidFill>
              </a:rPr>
              <a:t>Prosvent ($1,777,284 at 2.3x ROAS) and Grown American (3.1x) have proven efficiency. Increase budgets 10-20% in Q1 2026 while monitoring ACoS.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Address Year-over-Year Revenue Decline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E8EDF5"/>
                </a:solidFill>
              </a:rPr>
              <a:t>Revenue declined 21.4% Q1→Q4. Analyze seasonal vs competitive factors. Counter with seasonal promotions, Lightning Deals, and increased spend during slow periods.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Optimize Low-ROAS Campaigns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E8EDF5"/>
                </a:solidFill>
              </a:rPr>
              <a:t>Profemin (0.88x ROAS) needs campaign-level review. Audit search terms, refine keyword targeting, pause non-converting campaigns.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Strengthen Organic Revenue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2160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E8EDF5"/>
                </a:solidFill>
              </a:rPr>
              <a:t>Organic revenue (68.9%) is a competitive advantage. Invest in A+ Content, listing optimization, review generation, and Subscribe &amp; Save.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Build Brand vs Non-Brand Search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4456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E8EDF5"/>
                </a:solidFill>
              </a:rPr>
              <a:t>Once search term data is available, separate Brand (defensive) vs Non-Brand (conquest) campaigns. This enables differentiated bidding, budget allocation, and ROAS targets.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9900"/>
                </a:solidFill>
              </a:rPr>
              <a:t>▸ Explore New Brand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6752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E8EDF5"/>
                </a:solidFill>
              </a:rPr>
              <a:t>AromaTru and Perfect Omega are in early growth stages. Set aggressive ACoS targets, invest in awareness campaigns, and track trajectory toward organic demand.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